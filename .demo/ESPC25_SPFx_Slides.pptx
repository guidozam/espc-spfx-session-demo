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4"/>
  </p:notesMasterIdLst>
  <p:sldIdLst>
    <p:sldId id="256" r:id="rId8"/>
    <p:sldId id="258" r:id="rId9"/>
    <p:sldId id="267" r:id="rId10"/>
    <p:sldId id="261" r:id="rId11"/>
    <p:sldId id="274" r:id="rId12"/>
    <p:sldId id="285" r:id="rId13"/>
    <p:sldId id="286" r:id="rId14"/>
    <p:sldId id="287" r:id="rId15"/>
    <p:sldId id="275" r:id="rId16"/>
    <p:sldId id="288" r:id="rId17"/>
    <p:sldId id="276" r:id="rId18"/>
    <p:sldId id="289" r:id="rId19"/>
    <p:sldId id="277" r:id="rId20"/>
    <p:sldId id="283" r:id="rId21"/>
    <p:sldId id="281" r:id="rId22"/>
    <p:sldId id="27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0083" autoAdjust="0"/>
  </p:normalViewPr>
  <p:slideViewPr>
    <p:cSldViewPr snapToGrid="0">
      <p:cViewPr>
        <p:scale>
          <a:sx n="110" d="100"/>
          <a:sy n="110" d="100"/>
        </p:scale>
        <p:origin x="1176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>
                <a:ea typeface="Calibri"/>
                <a:cs typeface="Calibri"/>
              </a:rPr>
              <a:t>Do you have different environment set up?</a:t>
            </a:r>
            <a:endParaRPr lang="en-IE"/>
          </a:p>
          <a:p>
            <a:endParaRPr lang="en-IE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 of using those: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others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74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Secrets and environment variables are managed for security.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AC6C-8741-79FD-C830-353BF90C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E1990-444C-AD0A-7FF6-85CD6BB42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4154A-8546-8090-4507-A01E1F820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20E7B-DB96-BB84-F486-8291DF238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7264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2399-B1E6-259A-BBB9-859916C1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30D2C-0F1A-A5AD-3BDB-8D10BBAA5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6B68-DD89-D3C6-4C8B-663C0EAD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56057-8F57-3A0E-B88E-0564668D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504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1376-E98D-0D52-97E6-BE532ED4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8AE71-AB59-8C3B-C27F-22F9BB8AE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3BC22-A7D6-765F-B178-04AE9781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542DA-0172-2FD6-CE68-82AC0A024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638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2D5C-DF60-A326-82D2-59F7D398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4E8-2E37-1493-93D8-32A40ECE3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B4A5C-0675-356A-1F5A-592FEACD8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 dirty="0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provided repo is public for audience use and learning: https://github.com/GuidoZam/espc-spfx-session-demo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9FCA7-6B20-7398-7513-B8ABA284E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1656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3.jpeg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EEEF1E-D858-9C47-9A95-2D236BFD2F31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3891A-AA58-D14F-909B-BF581581CD69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7F331A-088A-5E4B-ADDD-52C41D93C27C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32130" y="1587834"/>
            <a:ext cx="1700881" cy="1700798"/>
          </a:xfrm>
          <a:prstGeom prst="rect">
            <a:avLst/>
          </a:prstGeom>
        </p:spPr>
        <p:txBody>
          <a:bodyPr/>
          <a:lstStyle/>
          <a:p>
            <a:endParaRPr lang="en-US" sz="21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403A9-B327-DB69-7581-4459766A332E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758A2-F774-7B79-1EB4-087503B40E08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48848D-FDC8-0E4A-A9A5-45DDD99E9C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391276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  <a:p>
            <a:r>
              <a:rPr lang="en-US" dirty="0"/>
              <a:t>Two different environments (TEST and PROD)</a:t>
            </a:r>
          </a:p>
          <a:p>
            <a:r>
              <a:rPr lang="en-US" dirty="0"/>
              <a:t>Three different branches on GitHub (DEV, TEST, and PROD)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</a:t>
            </a:r>
            <a:r>
              <a:rPr lang="it-IT" sz="4800" b="1" dirty="0" err="1">
                <a:solidFill>
                  <a:srgbClr val="00C700"/>
                </a:solidFill>
                <a:latin typeface="Arial"/>
                <a:cs typeface="Arial"/>
              </a:rPr>
              <a:t>see</a:t>
            </a:r>
            <a:r>
              <a:rPr lang="it-IT" sz="4800" b="1" dirty="0">
                <a:solidFill>
                  <a:srgbClr val="00C700"/>
                </a:solidFill>
                <a:latin typeface="Arial"/>
                <a:cs typeface="Arial"/>
              </a:rPr>
              <a:t> the form</a:t>
            </a:r>
            <a:endParaRPr lang="en-IT" sz="4800" b="1" dirty="0">
              <a:solidFill>
                <a:srgbClr val="00C700"/>
              </a:solidFill>
              <a:latin typeface="Arial"/>
              <a:cs typeface="Arial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19C68-9386-19AE-105F-51B68DF92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81D7CF-4862-7D2C-A698-CEFA40F5FE41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4934B45-769D-EB84-1026-D9DC4BBEDA19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44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8928-DC41-C286-8D29-AFC73517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A2362-EEF6-1C5E-1772-6ADAB0E91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Unit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49FAB-55B3-49C9-2348-F2E0A0200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practice of testing individual, isolated units or components of software, such as a function or method, to verify they work correctly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components works as expected</a:t>
            </a:r>
          </a:p>
        </p:txBody>
      </p:sp>
    </p:spTree>
    <p:extLst>
      <p:ext uri="{BB962C8B-B14F-4D97-AF65-F5344CB8AC3E}">
        <p14:creationId xmlns:p14="http://schemas.microsoft.com/office/powerpoint/2010/main" val="2940073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12BF3B-4688-0992-8EB8-D4AAABCB7FCE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6CDC-12C3-FE89-F28E-DD3487417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08459-1448-6041-0B69-B1D89483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e2e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A7405-B080-B53A-674D-D0CECDA26E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process of verifying that an application's user interface (UI) works correctly, is functional, and is user-friendly by testing the visual elements users interact with directly.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UI works as expected.</a:t>
            </a:r>
          </a:p>
        </p:txBody>
      </p:sp>
    </p:spTree>
    <p:extLst>
      <p:ext uri="{BB962C8B-B14F-4D97-AF65-F5344CB8AC3E}">
        <p14:creationId xmlns:p14="http://schemas.microsoft.com/office/powerpoint/2010/main" val="2163864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FAEDE67-5200-687D-2622-25016CB5F05D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B5D9-5582-E31F-E09B-A0D944701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45406-0C9C-89FA-D944-F614C1861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GitHub actions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FF6F7-DE87-FBDB-FB0A-EBD0FB9012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continuous integration and continuous delivery (CI/CD) platform that allows you to automate your build, test, and deployment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performs automated operations.</a:t>
            </a:r>
          </a:p>
        </p:txBody>
      </p:sp>
    </p:spTree>
    <p:extLst>
      <p:ext uri="{BB962C8B-B14F-4D97-AF65-F5344CB8AC3E}">
        <p14:creationId xmlns:p14="http://schemas.microsoft.com/office/powerpoint/2010/main" val="55620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8C9911-1E1C-2726-C60C-26A1C8978B2B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8ECC6AD-9B07-D75E-274D-44FA4966A596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A78386B-8BE4-FA7F-8A45-0993259E0E50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D93A-FF1F-07BE-E2B1-CEFF9961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74F43-E0B4-56F1-2F81-F8EFE350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Wrap up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963AE-86A9-5F86-F5CF-9F8D521A83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pPr marL="0" indent="0">
              <a:buNone/>
            </a:pPr>
            <a:r>
              <a:rPr lang="it-IT" dirty="0">
                <a:latin typeface="Arial"/>
                <a:cs typeface="Arial"/>
              </a:rPr>
              <a:t>Public repo:</a:t>
            </a:r>
          </a:p>
          <a:p>
            <a:pPr marL="0" indent="0">
              <a:buNone/>
            </a:pPr>
            <a:r>
              <a:rPr lang="en-IT" dirty="0">
                <a:latin typeface="Arial"/>
                <a:cs typeface="Arial"/>
              </a:rPr>
              <a:t>https://github.com/GuidoZam/espc-spfx-session-demo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892A0E-7D53-9CB6-071B-6FAC1E608FD5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BC3B9F-7E7B-E6C8-9727-3F09D8C910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560" y="2973771"/>
            <a:ext cx="2665029" cy="266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921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5231</TotalTime>
  <Words>815</Words>
  <Application>Microsoft Macintosh PowerPoint</Application>
  <PresentationFormat>Widescreen</PresentationFormat>
  <Paragraphs>119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Unit testing</vt:lpstr>
      <vt:lpstr>PowerPoint Presentation</vt:lpstr>
      <vt:lpstr>e2e testing</vt:lpstr>
      <vt:lpstr>PowerPoint Presentation</vt:lpstr>
      <vt:lpstr>GitHub actions</vt:lpstr>
      <vt:lpstr>PowerPoint Presentation</vt:lpstr>
      <vt:lpstr>PowerPoint Presentation</vt:lpstr>
      <vt:lpstr>Wrap 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106</cp:revision>
  <dcterms:created xsi:type="dcterms:W3CDTF">2016-06-21T09:22:52Z</dcterms:created>
  <dcterms:modified xsi:type="dcterms:W3CDTF">2025-11-23T09:56:01Z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