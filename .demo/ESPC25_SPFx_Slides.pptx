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  <p:sldMasterId id="2147483680" r:id="rId5"/>
    <p:sldMasterId id="2147483682" r:id="rId6"/>
    <p:sldMasterId id="2147483684" r:id="rId7"/>
  </p:sldMasterIdLst>
  <p:notesMasterIdLst>
    <p:notesMasterId r:id="rId21"/>
  </p:notesMasterIdLst>
  <p:sldIdLst>
    <p:sldId id="256" r:id="rId8"/>
    <p:sldId id="258" r:id="rId9"/>
    <p:sldId id="267" r:id="rId10"/>
    <p:sldId id="261" r:id="rId11"/>
    <p:sldId id="274" r:id="rId12"/>
    <p:sldId id="285" r:id="rId13"/>
    <p:sldId id="286" r:id="rId14"/>
    <p:sldId id="275" r:id="rId15"/>
    <p:sldId id="276" r:id="rId16"/>
    <p:sldId id="277" r:id="rId17"/>
    <p:sldId id="283" r:id="rId18"/>
    <p:sldId id="281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y Glasheen" initials="RG" lastIdx="1" clrIdx="0">
    <p:extLst>
      <p:ext uri="{19B8F6BF-5375-455C-9EA6-DF929625EA0E}">
        <p15:presenceInfo xmlns:p15="http://schemas.microsoft.com/office/powerpoint/2012/main" userId="S::rglasheen@brightwork.com::785f7a1a-8d11-4bab-9525-84d3cd0677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700"/>
    <a:srgbClr val="FFC300"/>
    <a:srgbClr val="FF4713"/>
    <a:srgbClr val="D0DBFF"/>
    <a:srgbClr val="002B49"/>
    <a:srgbClr val="FF4D00"/>
    <a:srgbClr val="00E2FF"/>
    <a:srgbClr val="00F69B"/>
    <a:srgbClr val="8533A1"/>
    <a:srgbClr val="B2A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56202-A4CB-486B-9FC2-4732B3100DB0}" v="52" dt="2025-11-19T16:33:16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0065" autoAdjust="0"/>
  </p:normalViewPr>
  <p:slideViewPr>
    <p:cSldViewPr snapToGrid="0">
      <p:cViewPr varScale="1">
        <p:scale>
          <a:sx n="49" d="100"/>
          <a:sy n="49" d="100"/>
        </p:scale>
        <p:origin x="1973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commentAuthors" Target="commentAuthor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do Zambarda" userId="S::guido.zambarda@pialorsi-sistemi.it::a7cb2718-97c5-47ba-9f67-af13f1621b1f" providerId="AD" clId="Web-{51B4B071-1EBC-32C0-9F4A-9A45D0FEC8DE}"/>
    <pc:docChg chg="addSld delSld modSld">
      <pc:chgData name="Guido Zambarda" userId="S::guido.zambarda@pialorsi-sistemi.it::a7cb2718-97c5-47ba-9f67-af13f1621b1f" providerId="AD" clId="Web-{51B4B071-1EBC-32C0-9F4A-9A45D0FEC8DE}" dt="2025-10-26T12:01:52.089" v="414" actId="20577"/>
      <pc:docMkLst>
        <pc:docMk/>
      </pc:docMkLst>
      <pc:sldChg chg="delSp modSp">
        <pc:chgData name="Guido Zambarda" userId="S::guido.zambarda@pialorsi-sistemi.it::a7cb2718-97c5-47ba-9f67-af13f1621b1f" providerId="AD" clId="Web-{51B4B071-1EBC-32C0-9F4A-9A45D0FEC8DE}" dt="2025-10-25T10:15:49.977" v="5"/>
        <pc:sldMkLst>
          <pc:docMk/>
          <pc:sldMk cId="3080557386" sldId="256"/>
        </pc:sldMkLst>
      </pc:sldChg>
      <pc:sldChg chg="modSp">
        <pc:chgData name="Guido Zambarda" userId="S::guido.zambarda@pialorsi-sistemi.it::a7cb2718-97c5-47ba-9f67-af13f1621b1f" providerId="AD" clId="Web-{51B4B071-1EBC-32C0-9F4A-9A45D0FEC8DE}" dt="2025-10-26T11:51:49.523" v="385" actId="20577"/>
        <pc:sldMkLst>
          <pc:docMk/>
          <pc:sldMk cId="1474078492" sldId="261"/>
        </pc:sldMkLst>
        <pc:spChg chg="mod">
          <ac:chgData name="Guido Zambarda" userId="S::guido.zambarda@pialorsi-sistemi.it::a7cb2718-97c5-47ba-9f67-af13f1621b1f" providerId="AD" clId="Web-{51B4B071-1EBC-32C0-9F4A-9A45D0FEC8DE}" dt="2025-10-26T11:51:49.523" v="385" actId="20577"/>
          <ac:spMkLst>
            <pc:docMk/>
            <pc:sldMk cId="1474078492" sldId="261"/>
            <ac:spMk id="3" creationId="{16B9935E-E93C-3340-8D3C-C7F133794DBC}"/>
          </ac:spMkLst>
        </pc:spChg>
      </pc:sldChg>
      <pc:sldChg chg="modNotes">
        <pc:chgData name="Guido Zambarda" userId="S::guido.zambarda@pialorsi-sistemi.it::a7cb2718-97c5-47ba-9f67-af13f1621b1f" providerId="AD" clId="Web-{51B4B071-1EBC-32C0-9F4A-9A45D0FEC8DE}" dt="2025-10-26T12:00:52.291" v="400"/>
        <pc:sldMkLst>
          <pc:docMk/>
          <pc:sldMk cId="391276983" sldId="267"/>
        </pc:sldMkLst>
      </pc:sldChg>
      <pc:sldChg chg="addSp delSp modSp">
        <pc:chgData name="Guido Zambarda" userId="S::guido.zambarda@pialorsi-sistemi.it::a7cb2718-97c5-47ba-9f67-af13f1621b1f" providerId="AD" clId="Web-{51B4B071-1EBC-32C0-9F4A-9A45D0FEC8DE}" dt="2025-10-25T10:24:21.026" v="37" actId="20577"/>
        <pc:sldMkLst>
          <pc:docMk/>
          <pc:sldMk cId="1510906715" sldId="268"/>
        </pc:sldMkLst>
        <pc:spChg chg="mod">
          <ac:chgData name="Guido Zambarda" userId="S::guido.zambarda@pialorsi-sistemi.it::a7cb2718-97c5-47ba-9f67-af13f1621b1f" providerId="AD" clId="Web-{51B4B071-1EBC-32C0-9F4A-9A45D0FEC8DE}" dt="2025-10-25T10:24:15.604" v="36" actId="20577"/>
          <ac:spMkLst>
            <pc:docMk/>
            <pc:sldMk cId="1510906715" sldId="268"/>
            <ac:spMk id="4" creationId="{CAAA7AA9-9140-5346-A9FC-23FD73C93F15}"/>
          </ac:spMkLst>
        </pc:spChg>
        <pc:spChg chg="add mod">
          <ac:chgData name="Guido Zambarda" userId="S::guido.zambarda@pialorsi-sistemi.it::a7cb2718-97c5-47ba-9f67-af13f1621b1f" providerId="AD" clId="Web-{51B4B071-1EBC-32C0-9F4A-9A45D0FEC8DE}" dt="2025-10-25T10:24:21.026" v="37" actId="20577"/>
          <ac:spMkLst>
            <pc:docMk/>
            <pc:sldMk cId="1510906715" sldId="268"/>
            <ac:spMk id="6" creationId="{C2B3D700-FF9C-8547-6370-A2A0964820D6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44.480" v="412" actId="20577"/>
        <pc:sldMkLst>
          <pc:docMk/>
          <pc:sldMk cId="1577633904" sldId="275"/>
        </pc:sldMkLst>
        <pc:spChg chg="mod">
          <ac:chgData name="Guido Zambarda" userId="S::guido.zambarda@pialorsi-sistemi.it::a7cb2718-97c5-47ba-9f67-af13f1621b1f" providerId="AD" clId="Web-{51B4B071-1EBC-32C0-9F4A-9A45D0FEC8DE}" dt="2025-10-26T12:01:44.480" v="412" actId="20577"/>
          <ac:spMkLst>
            <pc:docMk/>
            <pc:sldMk cId="1577633904" sldId="275"/>
            <ac:spMk id="4" creationId="{EC96C119-CC06-C306-4CB9-E960002CC49B}"/>
          </ac:spMkLst>
        </pc:spChg>
        <pc:spChg chg="mod">
          <ac:chgData name="Guido Zambarda" userId="S::guido.zambarda@pialorsi-sistemi.it::a7cb2718-97c5-47ba-9f67-af13f1621b1f" providerId="AD" clId="Web-{51B4B071-1EBC-32C0-9F4A-9A45D0FEC8DE}" dt="2025-10-26T12:01:25.354" v="405" actId="20577"/>
          <ac:spMkLst>
            <pc:docMk/>
            <pc:sldMk cId="1577633904" sldId="275"/>
            <ac:spMk id="6" creationId="{CD4ED05C-D796-6842-5DCE-FF0250A5A793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52.089" v="414" actId="20577"/>
        <pc:sldMkLst>
          <pc:docMk/>
          <pc:sldMk cId="1979839893" sldId="276"/>
        </pc:sldMkLst>
        <pc:spChg chg="mod">
          <ac:chgData name="Guido Zambarda" userId="S::guido.zambarda@pialorsi-sistemi.it::a7cb2718-97c5-47ba-9f67-af13f1621b1f" providerId="AD" clId="Web-{51B4B071-1EBC-32C0-9F4A-9A45D0FEC8DE}" dt="2025-10-26T12:01:52.089" v="414" actId="20577"/>
          <ac:spMkLst>
            <pc:docMk/>
            <pc:sldMk cId="1979839893" sldId="276"/>
            <ac:spMk id="4" creationId="{0CBA97D0-9053-786F-6374-AD269EB13774}"/>
          </ac:spMkLst>
        </pc:spChg>
      </pc:sldChg>
    </pc:docChg>
  </pc:docChgLst>
  <pc:docChgLst>
    <pc:chgData name="Guido Zambarda" userId="S::guido.zambarda@pialorsi-sistemi.it::a7cb2718-97c5-47ba-9f67-af13f1621b1f" providerId="AD" clId="Web-{BD003442-3404-14AA-036D-A5F3D81CF0B2}"/>
    <pc:docChg chg="addSld modSld">
      <pc:chgData name="Guido Zambarda" userId="S::guido.zambarda@pialorsi-sistemi.it::a7cb2718-97c5-47ba-9f67-af13f1621b1f" providerId="AD" clId="Web-{BD003442-3404-14AA-036D-A5F3D81CF0B2}" dt="2025-10-26T12:31:01.175" v="224"/>
      <pc:docMkLst>
        <pc:docMk/>
      </pc:docMkLst>
      <pc:sldChg chg="delSp">
        <pc:chgData name="Guido Zambarda" userId="S::guido.zambarda@pialorsi-sistemi.it::a7cb2718-97c5-47ba-9f67-af13f1621b1f" providerId="AD" clId="Web-{BD003442-3404-14AA-036D-A5F3D81CF0B2}" dt="2025-10-26T12:03:19.178" v="4"/>
        <pc:sldMkLst>
          <pc:docMk/>
          <pc:sldMk cId="1510906715" sldId="268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3.990" v="1"/>
        <pc:sldMkLst>
          <pc:docMk/>
          <pc:sldMk cId="1577633904" sldId="275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4.037" v="3"/>
        <pc:sldMkLst>
          <pc:docMk/>
          <pc:sldMk cId="1979839893" sldId="276"/>
        </pc:sldMkLst>
      </pc:sldChg>
      <pc:sldChg chg="modSp add replId modNotes">
        <pc:chgData name="Guido Zambarda" userId="S::guido.zambarda@pialorsi-sistemi.it::a7cb2718-97c5-47ba-9f67-af13f1621b1f" providerId="AD" clId="Web-{BD003442-3404-14AA-036D-A5F3D81CF0B2}" dt="2025-10-26T12:31:01.175" v="224"/>
        <pc:sldMkLst>
          <pc:docMk/>
          <pc:sldMk cId="1791411079" sldId="277"/>
        </pc:sldMkLst>
        <pc:spChg chg="mod">
          <ac:chgData name="Guido Zambarda" userId="S::guido.zambarda@pialorsi-sistemi.it::a7cb2718-97c5-47ba-9f67-af13f1621b1f" providerId="AD" clId="Web-{BD003442-3404-14AA-036D-A5F3D81CF0B2}" dt="2025-10-26T12:21:21.679" v="7" actId="20577"/>
          <ac:spMkLst>
            <pc:docMk/>
            <pc:sldMk cId="1791411079" sldId="277"/>
            <ac:spMk id="4" creationId="{9BECF586-6BE8-1AC6-199B-62FA7165E697}"/>
          </ac:spMkLst>
        </pc:spChg>
      </pc:sldChg>
    </pc:docChg>
  </pc:docChgLst>
  <pc:docChgLst>
    <pc:chgData name="Guido Zambarda" userId="a7cb2718-97c5-47ba-9f67-af13f1621b1f" providerId="ADAL" clId="{1245DFA2-3570-4870-AE56-76A7D1F945EE}"/>
    <pc:docChg chg="custSel addSld delSld modSld">
      <pc:chgData name="Guido Zambarda" userId="a7cb2718-97c5-47ba-9f67-af13f1621b1f" providerId="ADAL" clId="{1245DFA2-3570-4870-AE56-76A7D1F945EE}" dt="2025-11-19T16:33:42.192" v="138" actId="108"/>
      <pc:docMkLst>
        <pc:docMk/>
      </pc:docMkLst>
      <pc:sldChg chg="addSp delSp mod">
        <pc:chgData name="Guido Zambarda" userId="a7cb2718-97c5-47ba-9f67-af13f1621b1f" providerId="ADAL" clId="{1245DFA2-3570-4870-AE56-76A7D1F945EE}" dt="2025-11-19T15:21:34.707" v="1" actId="478"/>
        <pc:sldMkLst>
          <pc:docMk/>
          <pc:sldMk cId="1474078492" sldId="261"/>
        </pc:sldMkLst>
        <pc:graphicFrameChg chg="add del">
          <ac:chgData name="Guido Zambarda" userId="a7cb2718-97c5-47ba-9f67-af13f1621b1f" providerId="ADAL" clId="{1245DFA2-3570-4870-AE56-76A7D1F945EE}" dt="2025-11-19T15:21:34.707" v="1" actId="478"/>
          <ac:graphicFrameMkLst>
            <pc:docMk/>
            <pc:sldMk cId="1474078492" sldId="261"/>
            <ac:graphicFrameMk id="4" creationId="{76C81FBA-A2DC-62BB-B5E2-80362E184A15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1157289511" sldId="262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326974690" sldId="263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577289732" sldId="264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735981974" sldId="265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998035033" sldId="266"/>
        </pc:sldMkLst>
      </pc:sldChg>
      <pc:sldChg chg="addSp delSp modSp del mod">
        <pc:chgData name="Guido Zambarda" userId="a7cb2718-97c5-47ba-9f67-af13f1621b1f" providerId="ADAL" clId="{1245DFA2-3570-4870-AE56-76A7D1F945EE}" dt="2025-11-19T16:33:08.113" v="134" actId="2696"/>
        <pc:sldMkLst>
          <pc:docMk/>
          <pc:sldMk cId="1510906715" sldId="268"/>
        </pc:sldMkLst>
        <pc:graphicFrameChg chg="add del mod">
          <ac:chgData name="Guido Zambarda" userId="a7cb2718-97c5-47ba-9f67-af13f1621b1f" providerId="ADAL" clId="{1245DFA2-3570-4870-AE56-76A7D1F945EE}" dt="2025-11-19T15:33:47.802" v="23" actId="478"/>
          <ac:graphicFrameMkLst>
            <pc:docMk/>
            <pc:sldMk cId="1510906715" sldId="268"/>
            <ac:graphicFrameMk id="2" creationId="{A9853F09-905D-6BDE-699C-648878F26910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05:30.001" v="104" actId="478"/>
          <ac:graphicFrameMkLst>
            <pc:docMk/>
            <pc:sldMk cId="1510906715" sldId="268"/>
            <ac:graphicFrameMk id="3" creationId="{9A86B3A5-6027-5651-B8E0-487B8520E095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26:22.957" v="132" actId="478"/>
          <ac:graphicFrameMkLst>
            <pc:docMk/>
            <pc:sldMk cId="1510906715" sldId="268"/>
            <ac:graphicFrameMk id="5" creationId="{A5119E83-570E-7AB5-C02A-CC646229BFF4}"/>
          </ac:graphicFrameMkLst>
        </pc:graphicFrameChg>
        <pc:graphicFrameChg chg="del mod">
          <ac:chgData name="Guido Zambarda" userId="a7cb2718-97c5-47ba-9f67-af13f1621b1f" providerId="ADAL" clId="{1245DFA2-3570-4870-AE56-76A7D1F945EE}" dt="2025-11-19T15:22:06.660" v="4" actId="478"/>
          <ac:graphicFrameMkLst>
            <pc:docMk/>
            <pc:sldMk cId="1510906715" sldId="268"/>
            <ac:graphicFrameMk id="7" creationId="{5EE54CCA-E5D9-A97C-5E1C-DFBE7D7443CB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444015328" sldId="269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656950007" sldId="270"/>
        </pc:sldMkLst>
      </pc:sldChg>
      <pc:sldChg chg="modSp mod">
        <pc:chgData name="Guido Zambarda" userId="a7cb2718-97c5-47ba-9f67-af13f1621b1f" providerId="ADAL" clId="{1245DFA2-3570-4870-AE56-76A7D1F945EE}" dt="2025-11-19T16:08:43.029" v="129" actId="20577"/>
        <pc:sldMkLst>
          <pc:docMk/>
          <pc:sldMk cId="3371544980" sldId="274"/>
        </pc:sldMkLst>
        <pc:spChg chg="mod">
          <ac:chgData name="Guido Zambarda" userId="a7cb2718-97c5-47ba-9f67-af13f1621b1f" providerId="ADAL" clId="{1245DFA2-3570-4870-AE56-76A7D1F945EE}" dt="2025-11-19T16:08:43.029" v="129" actId="20577"/>
          <ac:spMkLst>
            <pc:docMk/>
            <pc:sldMk cId="3371544980" sldId="274"/>
            <ac:spMk id="2" creationId="{6FC510B7-7B6C-7C04-BE14-D15C362450EF}"/>
          </ac:spMkLst>
        </pc:spChg>
      </pc:sldChg>
      <pc:sldChg chg="addSp delSp modSp mod">
        <pc:chgData name="Guido Zambarda" userId="a7cb2718-97c5-47ba-9f67-af13f1621b1f" providerId="ADAL" clId="{1245DFA2-3570-4870-AE56-76A7D1F945EE}" dt="2025-11-19T15:34:37.838" v="25" actId="478"/>
        <pc:sldMkLst>
          <pc:docMk/>
          <pc:sldMk cId="1577633904" sldId="275"/>
        </pc:sldMkLst>
        <pc:graphicFrameChg chg="add del mod">
          <ac:chgData name="Guido Zambarda" userId="a7cb2718-97c5-47ba-9f67-af13f1621b1f" providerId="ADAL" clId="{1245DFA2-3570-4870-AE56-76A7D1F945EE}" dt="2025-11-19T15:34:37.838" v="25" actId="478"/>
          <ac:graphicFrameMkLst>
            <pc:docMk/>
            <pc:sldMk cId="1577633904" sldId="275"/>
            <ac:graphicFrameMk id="2" creationId="{582D6187-CA4D-DF40-3A98-6EC99CF9A8BA}"/>
          </ac:graphicFrameMkLst>
        </pc:graphicFrameChg>
      </pc:sldChg>
      <pc:sldChg chg="modSp mod">
        <pc:chgData name="Guido Zambarda" userId="a7cb2718-97c5-47ba-9f67-af13f1621b1f" providerId="ADAL" clId="{1245DFA2-3570-4870-AE56-76A7D1F945EE}" dt="2025-11-19T15:40:53.578" v="41" actId="20577"/>
        <pc:sldMkLst>
          <pc:docMk/>
          <pc:sldMk cId="1979839893" sldId="276"/>
        </pc:sldMkLst>
        <pc:spChg chg="mod">
          <ac:chgData name="Guido Zambarda" userId="a7cb2718-97c5-47ba-9f67-af13f1621b1f" providerId="ADAL" clId="{1245DFA2-3570-4870-AE56-76A7D1F945EE}" dt="2025-11-19T15:40:53.578" v="41" actId="20577"/>
          <ac:spMkLst>
            <pc:docMk/>
            <pc:sldMk cId="1979839893" sldId="276"/>
            <ac:spMk id="4" creationId="{0CBA97D0-9053-786F-6374-AD269EB13774}"/>
          </ac:spMkLst>
        </pc:spChg>
      </pc:sldChg>
      <pc:sldChg chg="modSp mod">
        <pc:chgData name="Guido Zambarda" userId="a7cb2718-97c5-47ba-9f67-af13f1621b1f" providerId="ADAL" clId="{1245DFA2-3570-4870-AE56-76A7D1F945EE}" dt="2025-11-19T15:46:10.299" v="62" actId="20577"/>
        <pc:sldMkLst>
          <pc:docMk/>
          <pc:sldMk cId="1791411079" sldId="277"/>
        </pc:sldMkLst>
        <pc:spChg chg="mod">
          <ac:chgData name="Guido Zambarda" userId="a7cb2718-97c5-47ba-9f67-af13f1621b1f" providerId="ADAL" clId="{1245DFA2-3570-4870-AE56-76A7D1F945EE}" dt="2025-11-19T15:46:10.299" v="62" actId="20577"/>
          <ac:spMkLst>
            <pc:docMk/>
            <pc:sldMk cId="1791411079" sldId="277"/>
            <ac:spMk id="4" creationId="{9BECF586-6BE8-1AC6-199B-62FA7165E697}"/>
          </ac:spMkLst>
        </pc:spChg>
      </pc:sldChg>
      <pc:sldChg chg="add">
        <pc:chgData name="Guido Zambarda" userId="a7cb2718-97c5-47ba-9f67-af13f1621b1f" providerId="ADAL" clId="{1245DFA2-3570-4870-AE56-76A7D1F945EE}" dt="2025-11-19T15:33:43.186" v="22" actId="2890"/>
        <pc:sldMkLst>
          <pc:docMk/>
          <pc:sldMk cId="1168151202" sldId="278"/>
        </pc:sldMkLst>
      </pc:sldChg>
      <pc:sldChg chg="modSp add mod">
        <pc:chgData name="Guido Zambarda" userId="a7cb2718-97c5-47ba-9f67-af13f1621b1f" providerId="ADAL" clId="{1245DFA2-3570-4870-AE56-76A7D1F945EE}" dt="2025-11-19T16:14:43.455" v="130" actId="1076"/>
        <pc:sldMkLst>
          <pc:docMk/>
          <pc:sldMk cId="4057030523" sldId="279"/>
        </pc:sldMkLst>
        <pc:graphicFrameChg chg="mod">
          <ac:chgData name="Guido Zambarda" userId="a7cb2718-97c5-47ba-9f67-af13f1621b1f" providerId="ADAL" clId="{1245DFA2-3570-4870-AE56-76A7D1F945EE}" dt="2025-11-19T16:14:43.455" v="130" actId="1076"/>
          <ac:graphicFrameMkLst>
            <pc:docMk/>
            <pc:sldMk cId="4057030523" sldId="279"/>
            <ac:graphicFrameMk id="2" creationId="{A45B9582-E3B7-5FD5-D1EC-C428FFBF9EC2}"/>
          </ac:graphicFrameMkLst>
        </pc:graphicFrameChg>
      </pc:sldChg>
      <pc:sldChg chg="addSp modSp add mod">
        <pc:chgData name="Guido Zambarda" userId="a7cb2718-97c5-47ba-9f67-af13f1621b1f" providerId="ADAL" clId="{1245DFA2-3570-4870-AE56-76A7D1F945EE}" dt="2025-11-19T15:41:17.236" v="47" actId="1076"/>
        <pc:sldMkLst>
          <pc:docMk/>
          <pc:sldMk cId="1232860560" sldId="280"/>
        </pc:sldMkLst>
        <pc:graphicFrameChg chg="add mod">
          <ac:chgData name="Guido Zambarda" userId="a7cb2718-97c5-47ba-9f67-af13f1621b1f" providerId="ADAL" clId="{1245DFA2-3570-4870-AE56-76A7D1F945EE}" dt="2025-11-19T15:41:17.236" v="47" actId="1076"/>
          <ac:graphicFrameMkLst>
            <pc:docMk/>
            <pc:sldMk cId="1232860560" sldId="280"/>
            <ac:graphicFrameMk id="2" creationId="{F1F174B0-FE5B-3090-4CDC-8A9DB0BA3B3A}"/>
          </ac:graphicFrameMkLst>
        </pc:graphicFrameChg>
      </pc:sldChg>
      <pc:sldChg chg="add">
        <pc:chgData name="Guido Zambarda" userId="a7cb2718-97c5-47ba-9f67-af13f1621b1f" providerId="ADAL" clId="{1245DFA2-3570-4870-AE56-76A7D1F945EE}" dt="2025-11-19T15:41:28.896" v="48" actId="2890"/>
        <pc:sldMkLst>
          <pc:docMk/>
          <pc:sldMk cId="3238921738" sldId="281"/>
        </pc:sldMkLst>
      </pc:sldChg>
      <pc:sldChg chg="addSp modSp add mod modNotesTx">
        <pc:chgData name="Guido Zambarda" userId="a7cb2718-97c5-47ba-9f67-af13f1621b1f" providerId="ADAL" clId="{1245DFA2-3570-4870-AE56-76A7D1F945EE}" dt="2025-11-19T15:52:48.396" v="98" actId="20577"/>
        <pc:sldMkLst>
          <pc:docMk/>
          <pc:sldMk cId="2712857754" sldId="282"/>
        </pc:sldMkLst>
        <pc:graphicFrameChg chg="add mod">
          <ac:chgData name="Guido Zambarda" userId="a7cb2718-97c5-47ba-9f67-af13f1621b1f" providerId="ADAL" clId="{1245DFA2-3570-4870-AE56-76A7D1F945EE}" dt="2025-11-19T15:46:27.556" v="67" actId="1076"/>
          <ac:graphicFrameMkLst>
            <pc:docMk/>
            <pc:sldMk cId="2712857754" sldId="282"/>
            <ac:graphicFrameMk id="2" creationId="{259E4729-93C9-3900-6DC4-27254095C5F2}"/>
          </ac:graphicFrameMkLst>
        </pc:graphicFrameChg>
      </pc:sldChg>
      <pc:sldChg chg="delSp modSp add mod">
        <pc:chgData name="Guido Zambarda" userId="a7cb2718-97c5-47ba-9f67-af13f1621b1f" providerId="ADAL" clId="{1245DFA2-3570-4870-AE56-76A7D1F945EE}" dt="2025-11-19T15:52:09.637" v="95" actId="20577"/>
        <pc:sldMkLst>
          <pc:docMk/>
          <pc:sldMk cId="3241895489" sldId="283"/>
        </pc:sldMkLst>
        <pc:spChg chg="mod">
          <ac:chgData name="Guido Zambarda" userId="a7cb2718-97c5-47ba-9f67-af13f1621b1f" providerId="ADAL" clId="{1245DFA2-3570-4870-AE56-76A7D1F945EE}" dt="2025-11-19T15:52:09.637" v="95" actId="20577"/>
          <ac:spMkLst>
            <pc:docMk/>
            <pc:sldMk cId="3241895489" sldId="283"/>
            <ac:spMk id="4" creationId="{83D9FABE-D2EB-8F44-635D-A8EC1D6FBFF3}"/>
          </ac:spMkLst>
        </pc:spChg>
        <pc:graphicFrameChg chg="del">
          <ac:chgData name="Guido Zambarda" userId="a7cb2718-97c5-47ba-9f67-af13f1621b1f" providerId="ADAL" clId="{1245DFA2-3570-4870-AE56-76A7D1F945EE}" dt="2025-11-19T15:51:58.509" v="69" actId="478"/>
          <ac:graphicFrameMkLst>
            <pc:docMk/>
            <pc:sldMk cId="3241895489" sldId="283"/>
            <ac:graphicFrameMk id="2" creationId="{064A0B4A-301C-5823-3DC3-5BADFB23F238}"/>
          </ac:graphicFrameMkLst>
        </pc:graphicFrameChg>
      </pc:sldChg>
      <pc:sldChg chg="addSp modSp add mod modNotesTx">
        <pc:chgData name="Guido Zambarda" userId="a7cb2718-97c5-47ba-9f67-af13f1621b1f" providerId="ADAL" clId="{1245DFA2-3570-4870-AE56-76A7D1F945EE}" dt="2025-11-19T15:53:23.609" v="101" actId="1076"/>
        <pc:sldMkLst>
          <pc:docMk/>
          <pc:sldMk cId="1744574347" sldId="284"/>
        </pc:sldMkLst>
        <pc:graphicFrameChg chg="add mod">
          <ac:chgData name="Guido Zambarda" userId="a7cb2718-97c5-47ba-9f67-af13f1621b1f" providerId="ADAL" clId="{1245DFA2-3570-4870-AE56-76A7D1F945EE}" dt="2025-11-19T15:53:23.609" v="101" actId="1076"/>
          <ac:graphicFrameMkLst>
            <pc:docMk/>
            <pc:sldMk cId="1744574347" sldId="284"/>
            <ac:graphicFrameMk id="2" creationId="{F10467F8-A133-FB87-24FB-0D850252A188}"/>
          </ac:graphicFrameMkLst>
        </pc:graphicFrameChg>
      </pc:sldChg>
      <pc:sldChg chg="addSp delSp modSp new mod">
        <pc:chgData name="Guido Zambarda" userId="a7cb2718-97c5-47ba-9f67-af13f1621b1f" providerId="ADAL" clId="{1245DFA2-3570-4870-AE56-76A7D1F945EE}" dt="2025-11-19T16:33:42.192" v="138" actId="108"/>
        <pc:sldMkLst>
          <pc:docMk/>
          <pc:sldMk cId="3076494489" sldId="285"/>
        </pc:sldMkLst>
        <pc:spChg chg="del">
          <ac:chgData name="Guido Zambarda" userId="a7cb2718-97c5-47ba-9f67-af13f1621b1f" providerId="ADAL" clId="{1245DFA2-3570-4870-AE56-76A7D1F945EE}" dt="2025-11-19T16:33:16.011" v="136" actId="478"/>
          <ac:spMkLst>
            <pc:docMk/>
            <pc:sldMk cId="3076494489" sldId="285"/>
            <ac:spMk id="2" creationId="{43F57928-BEDC-C12A-F811-ED44D84B205B}"/>
          </ac:spMkLst>
        </pc:spChg>
        <pc:spChg chg="del">
          <ac:chgData name="Guido Zambarda" userId="a7cb2718-97c5-47ba-9f67-af13f1621b1f" providerId="ADAL" clId="{1245DFA2-3570-4870-AE56-76A7D1F945EE}" dt="2025-11-19T16:33:14.367" v="135" actId="478"/>
          <ac:spMkLst>
            <pc:docMk/>
            <pc:sldMk cId="3076494489" sldId="285"/>
            <ac:spMk id="3" creationId="{A258FBFD-7DDF-B9A7-5571-7C7A3CF56C08}"/>
          </ac:spMkLst>
        </pc:spChg>
        <pc:spChg chg="add mod">
          <ac:chgData name="Guido Zambarda" userId="a7cb2718-97c5-47ba-9f67-af13f1621b1f" providerId="ADAL" clId="{1245DFA2-3570-4870-AE56-76A7D1F945EE}" dt="2025-11-19T16:33:42.192" v="138" actId="108"/>
          <ac:spMkLst>
            <pc:docMk/>
            <pc:sldMk cId="3076494489" sldId="285"/>
            <ac:spMk id="4" creationId="{334F4A96-F857-4CDB-F623-980B6FE66A6B}"/>
          </ac:spMkLst>
        </pc:spChg>
        <pc:spChg chg="add mod">
          <ac:chgData name="Guido Zambarda" userId="a7cb2718-97c5-47ba-9f67-af13f1621b1f" providerId="ADAL" clId="{1245DFA2-3570-4870-AE56-76A7D1F945EE}" dt="2025-11-19T16:33:16.906" v="137"/>
          <ac:spMkLst>
            <pc:docMk/>
            <pc:sldMk cId="3076494489" sldId="285"/>
            <ac:spMk id="5" creationId="{4A36E167-F344-34D1-1DB2-D4239A4429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4B101-3225-4967-95B5-ED5755256DE0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B8C794-77EE-4724-B493-2E0907BFA5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318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20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011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Ask audience question: </a:t>
            </a:r>
            <a:endParaRPr lang="en-US" dirty="0"/>
          </a:p>
          <a:p>
            <a:pPr marL="171450" indent="-171450">
              <a:buFont typeface="Calibri"/>
              <a:buChar char="-"/>
            </a:pPr>
            <a:r>
              <a:rPr lang="en-IE" dirty="0"/>
              <a:t>Do you use pipelines? You should, after the session go and create your own.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 you package the solution on your own hardware?</a:t>
            </a:r>
          </a:p>
          <a:p>
            <a:pPr marL="171450" indent="-171450">
              <a:buFont typeface="Calibri"/>
              <a:buChar char="-"/>
            </a:pPr>
            <a:r>
              <a:rPr lang="en-IE">
                <a:ea typeface="Calibri"/>
                <a:cs typeface="Calibri"/>
              </a:rPr>
              <a:t>Do you have different environment set up?</a:t>
            </a:r>
            <a:endParaRPr lang="en-IE"/>
          </a:p>
          <a:p>
            <a:endParaRPr lang="en-IE" dirty="0">
              <a:ea typeface="Calibri"/>
              <a:cs typeface="Calibri"/>
            </a:endParaRPr>
          </a:p>
          <a:p>
            <a:r>
              <a:rPr lang="en-IE" dirty="0">
                <a:ea typeface="Calibri"/>
                <a:cs typeface="Calibri"/>
              </a:rPr>
              <a:t>Highlight the benefits of using those: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If you're on vacation the others are still able to fix bugs without having the dev environment installed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should have different environments (DEV,TEST,STAGING,PROD)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want your off-time to be really an off-time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Don't publish on </a:t>
            </a:r>
            <a:r>
              <a:rPr lang="en-IE" dirty="0" err="1">
                <a:ea typeface="Calibri"/>
                <a:cs typeface="Calibri"/>
              </a:rPr>
              <a:t>friday</a:t>
            </a:r>
            <a:r>
              <a:rPr lang="en-IE" dirty="0">
                <a:ea typeface="Calibri"/>
                <a:cs typeface="Calibri"/>
              </a:rPr>
              <a:t>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748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0402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54A13-7811-0FAE-8B0B-47E7B52C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4A10F-10FB-C363-E997-EA1DD9C0E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0BCF-7930-530F-4F97-3B8CCBC4A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part over a list form customizer to allow data to be sent to external systems (e.g., SQL, CRM) and not just SharePoint.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Unit tests are written for business logic, with a focus on conditions and validation. Peter Paul emphasized the importance of two-person review—one writes tests, another implements logic—to catch errors early. 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UI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Playwright is used for automated UI tests, checking DOM elements and visual layout, ensuring the user experience matches business requirements. Screenshots are used for visual regression.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 Handling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Special attention is given to handling API errors (e.g., 429 errors), with mocking strategies for development and end-to-end tests. 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CI/CD Pipeline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GitHub Actions automate environment setup, dependency installation, solution bundling, unit tests, packaging, deployment, and UI tests. Secrets and environment variables are managed for security.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59EAB-4A7B-C84C-AA95-82EC76B2B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60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D178-C0B9-2116-DE8E-6C6067D3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509C8-8059-25B9-F112-B3109B94D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C31157-E9C7-7B01-35CD-CAC9D3AC7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4AF63-E069-45FB-C636-3FEC83A2F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272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93853-D80F-F9BD-38A5-5F675563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BDE32-55CC-9F2F-E4D2-12FA30AAA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8900A-7FFB-8C0A-2CA3-C8BF603F0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5C5AA-254C-3A9C-B86A-B802468FE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228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4A03-EDDC-496B-A252-C7FFBF691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9EF52-BEF5-A1DD-9400-B0F6CF9FC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63604-03EE-C33D-885B-D60B1D085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2478F-627E-D87B-5821-E7FA3AAFE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6037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5DC49-A269-D24C-E4C8-75E5BCE1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FAF7C-28B0-293F-58BE-68267837B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4D9B9-AA9D-7422-0FFE-2998DA321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0BFFB-821F-4B9A-38C5-7DC704AF2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11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2D5C-DF60-A326-82D2-59F7D398A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B74E8-2E37-1493-93D8-32A40ECE3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B4A5C-0675-356A-1F5A-592FEACD8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 dirty="0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provided repo is public for audience use and learning: https://github.com/GuidoZam/espc-spfx-session-demo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9FCA7-6B20-7398-7513-B8ABA284E4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165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4654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ash Screen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312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91E24DE-EFB1-0B46-A1A5-D4A0F86E2C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00E2FF"/>
                </a:solidFill>
              </a:defRPr>
            </a:lvl2pPr>
            <a:lvl3pPr>
              <a:defRPr>
                <a:solidFill>
                  <a:srgbClr val="00E2FF"/>
                </a:solidFill>
              </a:defRPr>
            </a:lvl3pPr>
            <a:lvl4pPr>
              <a:defRPr>
                <a:solidFill>
                  <a:srgbClr val="00E2FF"/>
                </a:solidFill>
              </a:defRPr>
            </a:lvl4pPr>
            <a:lvl5pPr>
              <a:defRPr>
                <a:solidFill>
                  <a:srgbClr val="00E2FF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31539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7323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5159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9917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Dual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0593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2C0C7565-66F8-5E4F-BC70-B52629A037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6600" y="736600"/>
            <a:ext cx="10793413" cy="519588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6598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5417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Visual Data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8442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1C79D75D-1604-BB44-B1C9-298036D703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96264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05221B5-9309-224F-87A9-A3D8D99384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76462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757238"/>
            <a:ext cx="5243512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4504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1885950"/>
            <a:ext cx="5100637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AD4D50A4-B734-AD41-8654-79DC681E4E1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7913" y="1885950"/>
            <a:ext cx="5372100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0">
            <a:extLst>
              <a:ext uri="{FF2B5EF4-FFF2-40B4-BE49-F238E27FC236}">
                <a16:creationId xmlns:a16="http://schemas.microsoft.com/office/drawing/2014/main" id="{9ECF72A8-B638-3842-8B60-7DFC3C6C0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02732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Content (White Background)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90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image" Target="../media/image3.jpeg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1765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17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8291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2" r:id="rId2"/>
    <p:sldLayoutId id="2147483689" r:id="rId3"/>
    <p:sldLayoutId id="2147483693" r:id="rId4"/>
    <p:sldLayoutId id="2147483686" r:id="rId5"/>
    <p:sldLayoutId id="2147483687" r:id="rId6"/>
    <p:sldLayoutId id="2147483694" r:id="rId7"/>
    <p:sldLayoutId id="2147483688" r:id="rId8"/>
    <p:sldLayoutId id="2147483690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519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alphaModFix amt="99857"/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055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9FE7F2-7594-C345-99E2-801E68C39CBF}"/>
              </a:ext>
            </a:extLst>
          </p:cNvPr>
          <p:cNvSpPr txBox="1"/>
          <p:nvPr/>
        </p:nvSpPr>
        <p:spPr>
          <a:xfrm>
            <a:off x="3925891" y="1396314"/>
            <a:ext cx="8011886" cy="280076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4400" b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Calibri Light" charset="0"/>
                <a:cs typeface="Arial" panose="020B0604020202020204" pitchFamily="34" charset="0"/>
              </a:rPr>
              <a:t>Developing, Testing, and Deploying SharePoint Framework Solutions with Success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EEEF1E-D858-9C47-9A95-2D236BFD2F31}"/>
              </a:ext>
            </a:extLst>
          </p:cNvPr>
          <p:cNvSpPr txBox="1"/>
          <p:nvPr/>
        </p:nvSpPr>
        <p:spPr>
          <a:xfrm>
            <a:off x="3925891" y="4075545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Peter Paul Kirschner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D3891A-AA58-D14F-909B-BF581581CD69}"/>
              </a:ext>
            </a:extLst>
          </p:cNvPr>
          <p:cNvSpPr txBox="1"/>
          <p:nvPr/>
        </p:nvSpPr>
        <p:spPr>
          <a:xfrm>
            <a:off x="3925891" y="4691671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- ACP CUBIDO Digital Solutions GmbH, Austria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7F331A-088A-5E4B-ADDD-52C41D93C27C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32130" y="1587834"/>
            <a:ext cx="1700881" cy="1700798"/>
          </a:xfrm>
          <a:prstGeom prst="rect">
            <a:avLst/>
          </a:prstGeom>
        </p:spPr>
        <p:txBody>
          <a:bodyPr/>
          <a:lstStyle/>
          <a:p>
            <a:endParaRPr lang="en-US" sz="21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403A9-B327-DB69-7581-4459766A332E}"/>
              </a:ext>
            </a:extLst>
          </p:cNvPr>
          <p:cNvSpPr txBox="1"/>
          <p:nvPr/>
        </p:nvSpPr>
        <p:spPr>
          <a:xfrm>
            <a:off x="3925891" y="5153909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Guido Zambarda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5758A2-F774-7B79-1EB4-087503B40E08}"/>
              </a:ext>
            </a:extLst>
          </p:cNvPr>
          <p:cNvSpPr txBox="1"/>
          <p:nvPr/>
        </p:nvSpPr>
        <p:spPr>
          <a:xfrm>
            <a:off x="3925891" y="5770035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– SSD </a:t>
            </a:r>
            <a:r>
              <a:rPr lang="en-GB" sz="2400" err="1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PiaSys.com</a:t>
            </a:r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, Italy</a:t>
            </a:r>
          </a:p>
        </p:txBody>
      </p:sp>
    </p:spTree>
    <p:extLst>
      <p:ext uri="{BB962C8B-B14F-4D97-AF65-F5344CB8AC3E}">
        <p14:creationId xmlns:p14="http://schemas.microsoft.com/office/powerpoint/2010/main" val="35004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48848D-FDC8-0E4A-A9A5-45DDD99E9C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Introduction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&amp; steps performed</a:t>
            </a:r>
          </a:p>
        </p:txBody>
      </p:sp>
    </p:spTree>
    <p:extLst>
      <p:ext uri="{BB962C8B-B14F-4D97-AF65-F5344CB8AC3E}">
        <p14:creationId xmlns:p14="http://schemas.microsoft.com/office/powerpoint/2010/main" val="391276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7A4B-103B-A243-ACCD-0C9FE738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What is our idea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9935E-E93C-3340-8D3C-C7F133794D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r>
              <a:rPr lang="en-US" dirty="0">
                <a:latin typeface="Arial"/>
                <a:cs typeface="Arial"/>
              </a:rPr>
              <a:t>Company logics to manage customers</a:t>
            </a:r>
          </a:p>
          <a:p>
            <a:r>
              <a:rPr lang="en-US" dirty="0">
                <a:latin typeface="Arial"/>
                <a:cs typeface="Arial"/>
              </a:rPr>
              <a:t>The creation of new customer can trigger multiple workflows</a:t>
            </a:r>
          </a:p>
          <a:p>
            <a:r>
              <a:rPr lang="en-US" dirty="0">
                <a:latin typeface="Arial"/>
                <a:cs typeface="Arial"/>
              </a:rPr>
              <a:t>We're covering a small part of a bigger solution</a:t>
            </a:r>
          </a:p>
          <a:p>
            <a:r>
              <a:rPr lang="en-US" dirty="0">
                <a:latin typeface="Arial"/>
                <a:cs typeface="Arial"/>
              </a:rPr>
              <a:t>Create a form for new customer data</a:t>
            </a:r>
          </a:p>
          <a:p>
            <a:r>
              <a:rPr lang="en-US" dirty="0">
                <a:latin typeface="Arial"/>
                <a:cs typeface="Arial"/>
              </a:rPr>
              <a:t>Test it locally and on the cloud</a:t>
            </a:r>
          </a:p>
          <a:p>
            <a:r>
              <a:rPr lang="en-US" dirty="0">
                <a:latin typeface="Arial"/>
                <a:cs typeface="Arial"/>
              </a:rPr>
              <a:t>Automatically deploy the solution</a:t>
            </a:r>
          </a:p>
        </p:txBody>
      </p:sp>
    </p:spTree>
    <p:extLst>
      <p:ext uri="{BB962C8B-B14F-4D97-AF65-F5344CB8AC3E}">
        <p14:creationId xmlns:p14="http://schemas.microsoft.com/office/powerpoint/2010/main" val="1474078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D2ED9-DED4-8CDE-7A7D-5DA88E0C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510B7-7B6C-7C04-BE14-D15C36245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How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</a:t>
            </a:r>
            <a:r>
              <a:rPr lang="it-IT" dirty="0" err="1"/>
              <a:t>it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D5292-781F-4013-B770-F8C38CE0F6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Creating a new SharePoint Framework (SPFx) web part.</a:t>
            </a:r>
          </a:p>
          <a:p>
            <a:r>
              <a:rPr lang="en-US" dirty="0"/>
              <a:t>Defining a form component.</a:t>
            </a:r>
          </a:p>
          <a:p>
            <a:r>
              <a:rPr lang="en-US" dirty="0"/>
              <a:t>Using tenant settings to define the environment</a:t>
            </a:r>
          </a:p>
          <a:p>
            <a:r>
              <a:rPr lang="en-US" dirty="0"/>
              <a:t>Testing locally with Jest.</a:t>
            </a:r>
          </a:p>
          <a:p>
            <a:r>
              <a:rPr lang="en-US" dirty="0"/>
              <a:t>UI testing with Playwright.</a:t>
            </a:r>
          </a:p>
          <a:p>
            <a:r>
              <a:rPr lang="en-US" dirty="0"/>
              <a:t>Configuring GitHub actions for CI/CD.</a:t>
            </a:r>
          </a:p>
        </p:txBody>
      </p:sp>
    </p:spTree>
    <p:extLst>
      <p:ext uri="{BB962C8B-B14F-4D97-AF65-F5344CB8AC3E}">
        <p14:creationId xmlns:p14="http://schemas.microsoft.com/office/powerpoint/2010/main" val="3371544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4F4A96-F857-4CDB-F623-980B6FE66A6B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</a:t>
            </a:r>
            <a:r>
              <a:rPr lang="it-IT" sz="4800" b="1" dirty="0" err="1">
                <a:solidFill>
                  <a:srgbClr val="00C700"/>
                </a:solidFill>
                <a:latin typeface="Arial"/>
                <a:cs typeface="Arial"/>
              </a:rPr>
              <a:t>see</a:t>
            </a:r>
            <a:r>
              <a:rPr lang="it-IT" sz="4800" b="1" dirty="0">
                <a:solidFill>
                  <a:srgbClr val="00C700"/>
                </a:solidFill>
                <a:latin typeface="Arial"/>
                <a:cs typeface="Arial"/>
              </a:rPr>
              <a:t> the form</a:t>
            </a:r>
            <a:endParaRPr lang="en-IT" sz="4800" b="1" dirty="0">
              <a:solidFill>
                <a:srgbClr val="00C700"/>
              </a:solidFill>
              <a:latin typeface="Arial"/>
              <a:cs typeface="Arial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36E167-F344-34D1-1DB2-D4239A4429BB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9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19C68-9386-19AE-105F-51B68DF92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81D7CF-4862-7D2C-A698-CEFA40F5FE41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explore the solution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4934B45-769D-EB84-1026-D9DC4BBEDA19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044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AFBFED-6FAE-6C24-CEF0-20129CB4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96C119-CC06-C306-4CB9-E960002CC4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 dirty="0">
                <a:latin typeface="Arial"/>
                <a:cs typeface="Arial"/>
              </a:rPr>
              <a:t>Unit testing</a:t>
            </a:r>
            <a:endParaRPr lang="en-US"/>
          </a:p>
          <a:p>
            <a:r>
              <a:rPr lang="en-US">
                <a:latin typeface="Arial"/>
                <a:cs typeface="Arial"/>
              </a:rPr>
              <a:t>Business logic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D4ED05C-D796-6842-5DCE-FF0250A5A793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B12BF3B-4688-0992-8EB8-D4AAABCB7FCE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633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AA263-EDC0-82B9-0839-92AF21ACE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BA97D0-9053-786F-6374-AD269EB137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e2e</a:t>
            </a:r>
            <a:r>
              <a:rPr lang="en-IT" dirty="0">
                <a:latin typeface="Arial"/>
                <a:cs typeface="Arial"/>
              </a:rPr>
              <a:t> testing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DFF9A42-A75A-359A-8534-541E28FE0BB2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FAEDE67-5200-687D-2622-25016CB5F05D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39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5CA65-1D1C-35F6-4B69-B4B4CDBA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ECF586-6BE8-1AC6-199B-62FA7165E6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GitHub actions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5F1B786-C01A-BE7F-9011-8CBAD5E4392D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B8C9911-1E1C-2726-C60C-26A1C8978B2B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411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A2CE1B-F6E2-198E-985A-632C62E7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9FABE-D2EB-8F44-635D-A8EC1D6FBF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 err="1">
                <a:latin typeface="Arial"/>
                <a:cs typeface="Arial"/>
              </a:rPr>
              <a:t>Now</a:t>
            </a:r>
            <a:r>
              <a:rPr lang="it-IT" dirty="0">
                <a:latin typeface="Arial"/>
                <a:cs typeface="Arial"/>
              </a:rPr>
              <a:t>, </a:t>
            </a:r>
            <a:r>
              <a:rPr lang="it-IT" dirty="0" err="1">
                <a:latin typeface="Arial"/>
                <a:cs typeface="Arial"/>
              </a:rPr>
              <a:t>let’s</a:t>
            </a:r>
            <a:r>
              <a:rPr lang="it-IT" dirty="0">
                <a:latin typeface="Arial"/>
                <a:cs typeface="Arial"/>
              </a:rPr>
              <a:t> make a </a:t>
            </a:r>
            <a:r>
              <a:rPr lang="it-IT" dirty="0" err="1">
                <a:latin typeface="Arial"/>
                <a:cs typeface="Arial"/>
              </a:rPr>
              <a:t>change</a:t>
            </a:r>
            <a:r>
              <a:rPr lang="it-IT" dirty="0">
                <a:latin typeface="Arial"/>
                <a:cs typeface="Arial"/>
              </a:rPr>
              <a:t>!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8ECC6AD-9B07-D75E-274D-44FA4966A596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A78386B-8BE4-FA7F-8A45-0993259E0E50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895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9D93A-FF1F-07BE-E2B1-CEFF9961C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74F43-E0B4-56F1-2F81-F8EFE350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Wrap up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963AE-86A9-5F86-F5CF-9F8D521A83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pPr marL="0" indent="0">
              <a:buNone/>
            </a:pPr>
            <a:r>
              <a:rPr lang="it-IT" dirty="0">
                <a:latin typeface="Arial"/>
                <a:cs typeface="Arial"/>
              </a:rPr>
              <a:t>Public repo:</a:t>
            </a:r>
          </a:p>
          <a:p>
            <a:pPr marL="0" indent="0">
              <a:buNone/>
            </a:pPr>
            <a:r>
              <a:rPr lang="en-IT" dirty="0">
                <a:latin typeface="Arial"/>
                <a:cs typeface="Arial"/>
              </a:rPr>
              <a:t>https://github.com/GuidoZam/espc-spfx-session-demo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3892A0E-7D53-9CB6-071B-6FAC1E608FD5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BC3B9F-7E7B-E6C8-9727-3F09D8C910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560" y="2973771"/>
            <a:ext cx="2665029" cy="2665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921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889743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ain Conte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 anchor="t">
        <a:spAutoFit/>
      </a:bodyPr>
      <a:lstStyle>
        <a:defPPr algn="l">
          <a:defRPr sz="2400" dirty="0">
            <a:latin typeface="Calibri Light" charset="0"/>
            <a:ea typeface="Calibri Light" charset="0"/>
            <a:cs typeface="Calibri Light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b3b1065-ae42-4d8a-aa8c-0a73a17faba8" xsi:nil="true"/>
    <lcf76f155ced4ddcb4097134ff3c332f xmlns="221fbb9a-23db-4311-a69c-34622b26469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51F54D7AD26C459333D1AFF09839BE" ma:contentTypeVersion="14" ma:contentTypeDescription="Create a new document." ma:contentTypeScope="" ma:versionID="360607d15cd3ba6bc1b1206b5ab58707">
  <xsd:schema xmlns:xsd="http://www.w3.org/2001/XMLSchema" xmlns:xs="http://www.w3.org/2001/XMLSchema" xmlns:p="http://schemas.microsoft.com/office/2006/metadata/properties" xmlns:ns2="221fbb9a-23db-4311-a69c-34622b264696" xmlns:ns3="1b3b1065-ae42-4d8a-aa8c-0a73a17faba8" targetNamespace="http://schemas.microsoft.com/office/2006/metadata/properties" ma:root="true" ma:fieldsID="418f801ce3daba7e05e8e0f00fba8a3d" ns2:_="" ns3:_="">
    <xsd:import namespace="221fbb9a-23db-4311-a69c-34622b264696"/>
    <xsd:import namespace="1b3b1065-ae42-4d8a-aa8c-0a73a17fab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fbb9a-23db-4311-a69c-34622b26469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d530a17-84a2-4d03-b447-f9955f42fe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3b1065-ae42-4d8a-aa8c-0a73a17faba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72881c0-9f09-48c0-b71c-fddfa2680fd3}" ma:internalName="TaxCatchAll" ma:showField="CatchAllData" ma:web="1b3b1065-ae42-4d8a-aa8c-0a73a17fab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6782FBD-C4AD-49F1-B11B-703DF9FAD87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05C0892-D583-430B-AD43-D1A4EB1EE043}">
  <ds:schemaRefs>
    <ds:schemaRef ds:uri="1b3b1065-ae42-4d8a-aa8c-0a73a17faba8"/>
    <ds:schemaRef ds:uri="221fbb9a-23db-4311-a69c-34622b26469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29BB492-93BB-4EF4-B08B-18E3BC9C8765}">
  <ds:schemaRefs>
    <ds:schemaRef ds:uri="1b3b1065-ae42-4d8a-aa8c-0a73a17faba8"/>
    <ds:schemaRef ds:uri="221fbb9a-23db-4311-a69c-34622b26469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4032</TotalTime>
  <Words>675</Words>
  <Application>Microsoft Office PowerPoint</Application>
  <PresentationFormat>Widescreen</PresentationFormat>
  <Paragraphs>96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Splash Screen</vt:lpstr>
      <vt:lpstr>Title Slide</vt:lpstr>
      <vt:lpstr>Main Content</vt:lpstr>
      <vt:lpstr>End Screen</vt:lpstr>
      <vt:lpstr>PowerPoint Presentation</vt:lpstr>
      <vt:lpstr>PowerPoint Presentation</vt:lpstr>
      <vt:lpstr>PowerPoint Presentation</vt:lpstr>
      <vt:lpstr>What is our idea</vt:lpstr>
      <vt:lpstr>How we implemented 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Wrap up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SharePoint Europe Systems</dc:creator>
  <cp:lastModifiedBy>Guido Zambarda</cp:lastModifiedBy>
  <cp:revision>103</cp:revision>
  <dcterms:created xsi:type="dcterms:W3CDTF">2016-06-21T09:22:52Z</dcterms:created>
  <dcterms:modified xsi:type="dcterms:W3CDTF">2025-11-22T11:52:39Z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0x010100A051F54D7AD26C459333D1AFF09839BE</vt:lpwstr>
  </property>
  <property fmtid="{D5CDD505-2E9C-101B-9397-08002B2CF9AE}" pid="3" name="MediaServiceImageTags">
    <vt:lpwstr/>
  </property>
</Properties>
</file>