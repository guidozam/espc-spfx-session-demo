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3.xml" ContentType="application/vnd.openxmlformats-officedocument.theme+xml"/>
  <Override PartName="/ppt/slideLayouts/slideLayout12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4"/>
    <p:sldMasterId id="2147483680" r:id="rId5"/>
    <p:sldMasterId id="2147483682" r:id="rId6"/>
    <p:sldMasterId id="2147483684" r:id="rId7"/>
  </p:sldMasterIdLst>
  <p:notesMasterIdLst>
    <p:notesMasterId r:id="rId24"/>
  </p:notesMasterIdLst>
  <p:sldIdLst>
    <p:sldId id="256" r:id="rId8"/>
    <p:sldId id="258" r:id="rId9"/>
    <p:sldId id="267" r:id="rId10"/>
    <p:sldId id="261" r:id="rId11"/>
    <p:sldId id="274" r:id="rId12"/>
    <p:sldId id="285" r:id="rId13"/>
    <p:sldId id="286" r:id="rId14"/>
    <p:sldId id="287" r:id="rId15"/>
    <p:sldId id="275" r:id="rId16"/>
    <p:sldId id="288" r:id="rId17"/>
    <p:sldId id="276" r:id="rId18"/>
    <p:sldId id="289" r:id="rId19"/>
    <p:sldId id="277" r:id="rId20"/>
    <p:sldId id="283" r:id="rId21"/>
    <p:sldId id="281" r:id="rId22"/>
    <p:sldId id="273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Ray Glasheen" initials="RG" lastIdx="1" clrIdx="0">
    <p:extLst>
      <p:ext uri="{19B8F6BF-5375-455C-9EA6-DF929625EA0E}">
        <p15:presenceInfo xmlns:p15="http://schemas.microsoft.com/office/powerpoint/2012/main" userId="S::rglasheen@brightwork.com::785f7a1a-8d11-4bab-9525-84d3cd0677d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C700"/>
    <a:srgbClr val="FFC300"/>
    <a:srgbClr val="FF4713"/>
    <a:srgbClr val="D0DBFF"/>
    <a:srgbClr val="002B49"/>
    <a:srgbClr val="FF4D00"/>
    <a:srgbClr val="00E2FF"/>
    <a:srgbClr val="00F69B"/>
    <a:srgbClr val="8533A1"/>
    <a:srgbClr val="B2AF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6A56202-A4CB-486B-9FC2-4732B3100DB0}" v="52" dt="2025-11-19T16:33:16.90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70083" autoAdjust="0"/>
  </p:normalViewPr>
  <p:slideViewPr>
    <p:cSldViewPr snapToGrid="0">
      <p:cViewPr varScale="1">
        <p:scale>
          <a:sx n="86" d="100"/>
          <a:sy n="86" d="100"/>
        </p:scale>
        <p:origin x="2136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1.xml"/><Relationship Id="rId13" Type="http://schemas.openxmlformats.org/officeDocument/2006/relationships/slide" Target="slides/slide6.xml"/><Relationship Id="rId18" Type="http://schemas.openxmlformats.org/officeDocument/2006/relationships/slide" Target="slides/slide11.xml"/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4.xml"/><Relationship Id="rId7" Type="http://schemas.openxmlformats.org/officeDocument/2006/relationships/slideMaster" Target="slideMasters/slideMaster4.xml"/><Relationship Id="rId12" Type="http://schemas.openxmlformats.org/officeDocument/2006/relationships/slide" Target="slides/slide5.xml"/><Relationship Id="rId17" Type="http://schemas.openxmlformats.org/officeDocument/2006/relationships/slide" Target="slides/slide10.xml"/><Relationship Id="rId25" Type="http://schemas.openxmlformats.org/officeDocument/2006/relationships/commentAuthors" Target="comment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9.xml"/><Relationship Id="rId20" Type="http://schemas.openxmlformats.org/officeDocument/2006/relationships/slide" Target="slides/slide13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4.xml"/><Relationship Id="rId24" Type="http://schemas.openxmlformats.org/officeDocument/2006/relationships/notesMaster" Target="notesMasters/notesMaster1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8.xml"/><Relationship Id="rId23" Type="http://schemas.openxmlformats.org/officeDocument/2006/relationships/slide" Target="slides/slide16.xml"/><Relationship Id="rId28" Type="http://schemas.openxmlformats.org/officeDocument/2006/relationships/theme" Target="theme/theme1.xml"/><Relationship Id="rId10" Type="http://schemas.openxmlformats.org/officeDocument/2006/relationships/slide" Target="slides/slide3.xml"/><Relationship Id="rId19" Type="http://schemas.openxmlformats.org/officeDocument/2006/relationships/slide" Target="slides/slide12.xml"/><Relationship Id="rId31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14" Type="http://schemas.openxmlformats.org/officeDocument/2006/relationships/slide" Target="slides/slide7.xml"/><Relationship Id="rId22" Type="http://schemas.openxmlformats.org/officeDocument/2006/relationships/slide" Target="slides/slide15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uido Zambarda" userId="S::guido.zambarda@pialorsi-sistemi.it::a7cb2718-97c5-47ba-9f67-af13f1621b1f" providerId="AD" clId="Web-{51B4B071-1EBC-32C0-9F4A-9A45D0FEC8DE}"/>
    <pc:docChg chg="addSld delSld modSld">
      <pc:chgData name="Guido Zambarda" userId="S::guido.zambarda@pialorsi-sistemi.it::a7cb2718-97c5-47ba-9f67-af13f1621b1f" providerId="AD" clId="Web-{51B4B071-1EBC-32C0-9F4A-9A45D0FEC8DE}" dt="2025-10-26T12:01:52.089" v="414" actId="20577"/>
      <pc:docMkLst>
        <pc:docMk/>
      </pc:docMkLst>
      <pc:sldChg chg="delSp modSp">
        <pc:chgData name="Guido Zambarda" userId="S::guido.zambarda@pialorsi-sistemi.it::a7cb2718-97c5-47ba-9f67-af13f1621b1f" providerId="AD" clId="Web-{51B4B071-1EBC-32C0-9F4A-9A45D0FEC8DE}" dt="2025-10-25T10:15:49.977" v="5"/>
        <pc:sldMkLst>
          <pc:docMk/>
          <pc:sldMk cId="3080557386" sldId="256"/>
        </pc:sldMkLst>
      </pc:sldChg>
      <pc:sldChg chg="modSp">
        <pc:chgData name="Guido Zambarda" userId="S::guido.zambarda@pialorsi-sistemi.it::a7cb2718-97c5-47ba-9f67-af13f1621b1f" providerId="AD" clId="Web-{51B4B071-1EBC-32C0-9F4A-9A45D0FEC8DE}" dt="2025-10-26T11:51:49.523" v="385" actId="20577"/>
        <pc:sldMkLst>
          <pc:docMk/>
          <pc:sldMk cId="1474078492" sldId="261"/>
        </pc:sldMkLst>
        <pc:spChg chg="mod">
          <ac:chgData name="Guido Zambarda" userId="S::guido.zambarda@pialorsi-sistemi.it::a7cb2718-97c5-47ba-9f67-af13f1621b1f" providerId="AD" clId="Web-{51B4B071-1EBC-32C0-9F4A-9A45D0FEC8DE}" dt="2025-10-26T11:51:49.523" v="385" actId="20577"/>
          <ac:spMkLst>
            <pc:docMk/>
            <pc:sldMk cId="1474078492" sldId="261"/>
            <ac:spMk id="3" creationId="{16B9935E-E93C-3340-8D3C-C7F133794DBC}"/>
          </ac:spMkLst>
        </pc:spChg>
      </pc:sldChg>
      <pc:sldChg chg="modNotes">
        <pc:chgData name="Guido Zambarda" userId="S::guido.zambarda@pialorsi-sistemi.it::a7cb2718-97c5-47ba-9f67-af13f1621b1f" providerId="AD" clId="Web-{51B4B071-1EBC-32C0-9F4A-9A45D0FEC8DE}" dt="2025-10-26T12:00:52.291" v="400"/>
        <pc:sldMkLst>
          <pc:docMk/>
          <pc:sldMk cId="391276983" sldId="267"/>
        </pc:sldMkLst>
      </pc:sldChg>
      <pc:sldChg chg="addSp delSp modSp">
        <pc:chgData name="Guido Zambarda" userId="S::guido.zambarda@pialorsi-sistemi.it::a7cb2718-97c5-47ba-9f67-af13f1621b1f" providerId="AD" clId="Web-{51B4B071-1EBC-32C0-9F4A-9A45D0FEC8DE}" dt="2025-10-25T10:24:21.026" v="37" actId="20577"/>
        <pc:sldMkLst>
          <pc:docMk/>
          <pc:sldMk cId="1510906715" sldId="268"/>
        </pc:sldMkLst>
        <pc:spChg chg="mod">
          <ac:chgData name="Guido Zambarda" userId="S::guido.zambarda@pialorsi-sistemi.it::a7cb2718-97c5-47ba-9f67-af13f1621b1f" providerId="AD" clId="Web-{51B4B071-1EBC-32C0-9F4A-9A45D0FEC8DE}" dt="2025-10-25T10:24:15.604" v="36" actId="20577"/>
          <ac:spMkLst>
            <pc:docMk/>
            <pc:sldMk cId="1510906715" sldId="268"/>
            <ac:spMk id="4" creationId="{CAAA7AA9-9140-5346-A9FC-23FD73C93F15}"/>
          </ac:spMkLst>
        </pc:spChg>
        <pc:spChg chg="add mod">
          <ac:chgData name="Guido Zambarda" userId="S::guido.zambarda@pialorsi-sistemi.it::a7cb2718-97c5-47ba-9f67-af13f1621b1f" providerId="AD" clId="Web-{51B4B071-1EBC-32C0-9F4A-9A45D0FEC8DE}" dt="2025-10-25T10:24:21.026" v="37" actId="20577"/>
          <ac:spMkLst>
            <pc:docMk/>
            <pc:sldMk cId="1510906715" sldId="268"/>
            <ac:spMk id="6" creationId="{C2B3D700-FF9C-8547-6370-A2A0964820D6}"/>
          </ac:spMkLst>
        </pc:spChg>
      </pc:sldChg>
      <pc:sldChg chg="modSp add replId">
        <pc:chgData name="Guido Zambarda" userId="S::guido.zambarda@pialorsi-sistemi.it::a7cb2718-97c5-47ba-9f67-af13f1621b1f" providerId="AD" clId="Web-{51B4B071-1EBC-32C0-9F4A-9A45D0FEC8DE}" dt="2025-10-26T12:01:44.480" v="412" actId="20577"/>
        <pc:sldMkLst>
          <pc:docMk/>
          <pc:sldMk cId="1577633904" sldId="275"/>
        </pc:sldMkLst>
        <pc:spChg chg="mod">
          <ac:chgData name="Guido Zambarda" userId="S::guido.zambarda@pialorsi-sistemi.it::a7cb2718-97c5-47ba-9f67-af13f1621b1f" providerId="AD" clId="Web-{51B4B071-1EBC-32C0-9F4A-9A45D0FEC8DE}" dt="2025-10-26T12:01:44.480" v="412" actId="20577"/>
          <ac:spMkLst>
            <pc:docMk/>
            <pc:sldMk cId="1577633904" sldId="275"/>
            <ac:spMk id="4" creationId="{EC96C119-CC06-C306-4CB9-E960002CC49B}"/>
          </ac:spMkLst>
        </pc:spChg>
        <pc:spChg chg="mod">
          <ac:chgData name="Guido Zambarda" userId="S::guido.zambarda@pialorsi-sistemi.it::a7cb2718-97c5-47ba-9f67-af13f1621b1f" providerId="AD" clId="Web-{51B4B071-1EBC-32C0-9F4A-9A45D0FEC8DE}" dt="2025-10-26T12:01:25.354" v="405" actId="20577"/>
          <ac:spMkLst>
            <pc:docMk/>
            <pc:sldMk cId="1577633904" sldId="275"/>
            <ac:spMk id="6" creationId="{CD4ED05C-D796-6842-5DCE-FF0250A5A793}"/>
          </ac:spMkLst>
        </pc:spChg>
      </pc:sldChg>
      <pc:sldChg chg="modSp add replId">
        <pc:chgData name="Guido Zambarda" userId="S::guido.zambarda@pialorsi-sistemi.it::a7cb2718-97c5-47ba-9f67-af13f1621b1f" providerId="AD" clId="Web-{51B4B071-1EBC-32C0-9F4A-9A45D0FEC8DE}" dt="2025-10-26T12:01:52.089" v="414" actId="20577"/>
        <pc:sldMkLst>
          <pc:docMk/>
          <pc:sldMk cId="1979839893" sldId="276"/>
        </pc:sldMkLst>
        <pc:spChg chg="mod">
          <ac:chgData name="Guido Zambarda" userId="S::guido.zambarda@pialorsi-sistemi.it::a7cb2718-97c5-47ba-9f67-af13f1621b1f" providerId="AD" clId="Web-{51B4B071-1EBC-32C0-9F4A-9A45D0FEC8DE}" dt="2025-10-26T12:01:52.089" v="414" actId="20577"/>
          <ac:spMkLst>
            <pc:docMk/>
            <pc:sldMk cId="1979839893" sldId="276"/>
            <ac:spMk id="4" creationId="{0CBA97D0-9053-786F-6374-AD269EB13774}"/>
          </ac:spMkLst>
        </pc:spChg>
      </pc:sldChg>
    </pc:docChg>
  </pc:docChgLst>
  <pc:docChgLst>
    <pc:chgData name="Guido Zambarda" userId="S::guido.zambarda@pialorsi-sistemi.it::a7cb2718-97c5-47ba-9f67-af13f1621b1f" providerId="AD" clId="Web-{BD003442-3404-14AA-036D-A5F3D81CF0B2}"/>
    <pc:docChg chg="addSld modSld">
      <pc:chgData name="Guido Zambarda" userId="S::guido.zambarda@pialorsi-sistemi.it::a7cb2718-97c5-47ba-9f67-af13f1621b1f" providerId="AD" clId="Web-{BD003442-3404-14AA-036D-A5F3D81CF0B2}" dt="2025-10-26T12:31:01.175" v="224"/>
      <pc:docMkLst>
        <pc:docMk/>
      </pc:docMkLst>
      <pc:sldChg chg="delSp">
        <pc:chgData name="Guido Zambarda" userId="S::guido.zambarda@pialorsi-sistemi.it::a7cb2718-97c5-47ba-9f67-af13f1621b1f" providerId="AD" clId="Web-{BD003442-3404-14AA-036D-A5F3D81CF0B2}" dt="2025-10-26T12:03:19.178" v="4"/>
        <pc:sldMkLst>
          <pc:docMk/>
          <pc:sldMk cId="1510906715" sldId="268"/>
        </pc:sldMkLst>
      </pc:sldChg>
      <pc:sldChg chg="delSp">
        <pc:chgData name="Guido Zambarda" userId="S::guido.zambarda@pialorsi-sistemi.it::a7cb2718-97c5-47ba-9f67-af13f1621b1f" providerId="AD" clId="Web-{BD003442-3404-14AA-036D-A5F3D81CF0B2}" dt="2025-10-26T12:02:53.990" v="1"/>
        <pc:sldMkLst>
          <pc:docMk/>
          <pc:sldMk cId="1577633904" sldId="275"/>
        </pc:sldMkLst>
      </pc:sldChg>
      <pc:sldChg chg="delSp">
        <pc:chgData name="Guido Zambarda" userId="S::guido.zambarda@pialorsi-sistemi.it::a7cb2718-97c5-47ba-9f67-af13f1621b1f" providerId="AD" clId="Web-{BD003442-3404-14AA-036D-A5F3D81CF0B2}" dt="2025-10-26T12:02:54.037" v="3"/>
        <pc:sldMkLst>
          <pc:docMk/>
          <pc:sldMk cId="1979839893" sldId="276"/>
        </pc:sldMkLst>
      </pc:sldChg>
      <pc:sldChg chg="modSp add replId modNotes">
        <pc:chgData name="Guido Zambarda" userId="S::guido.zambarda@pialorsi-sistemi.it::a7cb2718-97c5-47ba-9f67-af13f1621b1f" providerId="AD" clId="Web-{BD003442-3404-14AA-036D-A5F3D81CF0B2}" dt="2025-10-26T12:31:01.175" v="224"/>
        <pc:sldMkLst>
          <pc:docMk/>
          <pc:sldMk cId="1791411079" sldId="277"/>
        </pc:sldMkLst>
        <pc:spChg chg="mod">
          <ac:chgData name="Guido Zambarda" userId="S::guido.zambarda@pialorsi-sistemi.it::a7cb2718-97c5-47ba-9f67-af13f1621b1f" providerId="AD" clId="Web-{BD003442-3404-14AA-036D-A5F3D81CF0B2}" dt="2025-10-26T12:21:21.679" v="7" actId="20577"/>
          <ac:spMkLst>
            <pc:docMk/>
            <pc:sldMk cId="1791411079" sldId="277"/>
            <ac:spMk id="4" creationId="{9BECF586-6BE8-1AC6-199B-62FA7165E697}"/>
          </ac:spMkLst>
        </pc:spChg>
      </pc:sldChg>
    </pc:docChg>
  </pc:docChgLst>
  <pc:docChgLst>
    <pc:chgData name="Guido Zambarda" userId="a7cb2718-97c5-47ba-9f67-af13f1621b1f" providerId="ADAL" clId="{1245DFA2-3570-4870-AE56-76A7D1F945EE}"/>
    <pc:docChg chg="custSel addSld delSld modSld">
      <pc:chgData name="Guido Zambarda" userId="a7cb2718-97c5-47ba-9f67-af13f1621b1f" providerId="ADAL" clId="{1245DFA2-3570-4870-AE56-76A7D1F945EE}" dt="2025-11-19T16:33:42.192" v="138" actId="108"/>
      <pc:docMkLst>
        <pc:docMk/>
      </pc:docMkLst>
      <pc:sldChg chg="addSp delSp mod">
        <pc:chgData name="Guido Zambarda" userId="a7cb2718-97c5-47ba-9f67-af13f1621b1f" providerId="ADAL" clId="{1245DFA2-3570-4870-AE56-76A7D1F945EE}" dt="2025-11-19T15:21:34.707" v="1" actId="478"/>
        <pc:sldMkLst>
          <pc:docMk/>
          <pc:sldMk cId="1474078492" sldId="261"/>
        </pc:sldMkLst>
        <pc:graphicFrameChg chg="add del">
          <ac:chgData name="Guido Zambarda" userId="a7cb2718-97c5-47ba-9f67-af13f1621b1f" providerId="ADAL" clId="{1245DFA2-3570-4870-AE56-76A7D1F945EE}" dt="2025-11-19T15:21:34.707" v="1" actId="478"/>
          <ac:graphicFrameMkLst>
            <pc:docMk/>
            <pc:sldMk cId="1474078492" sldId="261"/>
            <ac:graphicFrameMk id="4" creationId="{76C81FBA-A2DC-62BB-B5E2-80362E184A15}"/>
          </ac:graphicFrameMkLst>
        </pc:graphicFrameChg>
      </pc:sldChg>
      <pc:sldChg chg="del">
        <pc:chgData name="Guido Zambarda" userId="a7cb2718-97c5-47ba-9f67-af13f1621b1f" providerId="ADAL" clId="{1245DFA2-3570-4870-AE56-76A7D1F945EE}" dt="2025-11-19T15:57:07.734" v="102" actId="47"/>
        <pc:sldMkLst>
          <pc:docMk/>
          <pc:sldMk cId="1157289511" sldId="262"/>
        </pc:sldMkLst>
      </pc:sldChg>
      <pc:sldChg chg="del">
        <pc:chgData name="Guido Zambarda" userId="a7cb2718-97c5-47ba-9f67-af13f1621b1f" providerId="ADAL" clId="{1245DFA2-3570-4870-AE56-76A7D1F945EE}" dt="2025-11-19T15:57:07.734" v="102" actId="47"/>
        <pc:sldMkLst>
          <pc:docMk/>
          <pc:sldMk cId="3326974690" sldId="263"/>
        </pc:sldMkLst>
      </pc:sldChg>
      <pc:sldChg chg="del">
        <pc:chgData name="Guido Zambarda" userId="a7cb2718-97c5-47ba-9f67-af13f1621b1f" providerId="ADAL" clId="{1245DFA2-3570-4870-AE56-76A7D1F945EE}" dt="2025-11-19T15:57:07.734" v="102" actId="47"/>
        <pc:sldMkLst>
          <pc:docMk/>
          <pc:sldMk cId="3577289732" sldId="264"/>
        </pc:sldMkLst>
      </pc:sldChg>
      <pc:sldChg chg="del">
        <pc:chgData name="Guido Zambarda" userId="a7cb2718-97c5-47ba-9f67-af13f1621b1f" providerId="ADAL" clId="{1245DFA2-3570-4870-AE56-76A7D1F945EE}" dt="2025-11-19T15:57:07.734" v="102" actId="47"/>
        <pc:sldMkLst>
          <pc:docMk/>
          <pc:sldMk cId="2735981974" sldId="265"/>
        </pc:sldMkLst>
      </pc:sldChg>
      <pc:sldChg chg="del">
        <pc:chgData name="Guido Zambarda" userId="a7cb2718-97c5-47ba-9f67-af13f1621b1f" providerId="ADAL" clId="{1245DFA2-3570-4870-AE56-76A7D1F945EE}" dt="2025-11-19T15:57:07.734" v="102" actId="47"/>
        <pc:sldMkLst>
          <pc:docMk/>
          <pc:sldMk cId="998035033" sldId="266"/>
        </pc:sldMkLst>
      </pc:sldChg>
      <pc:sldChg chg="addSp delSp modSp del mod">
        <pc:chgData name="Guido Zambarda" userId="a7cb2718-97c5-47ba-9f67-af13f1621b1f" providerId="ADAL" clId="{1245DFA2-3570-4870-AE56-76A7D1F945EE}" dt="2025-11-19T16:33:08.113" v="134" actId="2696"/>
        <pc:sldMkLst>
          <pc:docMk/>
          <pc:sldMk cId="1510906715" sldId="268"/>
        </pc:sldMkLst>
        <pc:graphicFrameChg chg="add del mod">
          <ac:chgData name="Guido Zambarda" userId="a7cb2718-97c5-47ba-9f67-af13f1621b1f" providerId="ADAL" clId="{1245DFA2-3570-4870-AE56-76A7D1F945EE}" dt="2025-11-19T15:33:47.802" v="23" actId="478"/>
          <ac:graphicFrameMkLst>
            <pc:docMk/>
            <pc:sldMk cId="1510906715" sldId="268"/>
            <ac:graphicFrameMk id="2" creationId="{A9853F09-905D-6BDE-699C-648878F26910}"/>
          </ac:graphicFrameMkLst>
        </pc:graphicFrameChg>
        <pc:graphicFrameChg chg="add del">
          <ac:chgData name="Guido Zambarda" userId="a7cb2718-97c5-47ba-9f67-af13f1621b1f" providerId="ADAL" clId="{1245DFA2-3570-4870-AE56-76A7D1F945EE}" dt="2025-11-19T16:05:30.001" v="104" actId="478"/>
          <ac:graphicFrameMkLst>
            <pc:docMk/>
            <pc:sldMk cId="1510906715" sldId="268"/>
            <ac:graphicFrameMk id="3" creationId="{9A86B3A5-6027-5651-B8E0-487B8520E095}"/>
          </ac:graphicFrameMkLst>
        </pc:graphicFrameChg>
        <pc:graphicFrameChg chg="add del">
          <ac:chgData name="Guido Zambarda" userId="a7cb2718-97c5-47ba-9f67-af13f1621b1f" providerId="ADAL" clId="{1245DFA2-3570-4870-AE56-76A7D1F945EE}" dt="2025-11-19T16:26:22.957" v="132" actId="478"/>
          <ac:graphicFrameMkLst>
            <pc:docMk/>
            <pc:sldMk cId="1510906715" sldId="268"/>
            <ac:graphicFrameMk id="5" creationId="{A5119E83-570E-7AB5-C02A-CC646229BFF4}"/>
          </ac:graphicFrameMkLst>
        </pc:graphicFrameChg>
        <pc:graphicFrameChg chg="del mod">
          <ac:chgData name="Guido Zambarda" userId="a7cb2718-97c5-47ba-9f67-af13f1621b1f" providerId="ADAL" clId="{1245DFA2-3570-4870-AE56-76A7D1F945EE}" dt="2025-11-19T15:22:06.660" v="4" actId="478"/>
          <ac:graphicFrameMkLst>
            <pc:docMk/>
            <pc:sldMk cId="1510906715" sldId="268"/>
            <ac:graphicFrameMk id="7" creationId="{5EE54CCA-E5D9-A97C-5E1C-DFBE7D7443CB}"/>
          </ac:graphicFrameMkLst>
        </pc:graphicFrameChg>
      </pc:sldChg>
      <pc:sldChg chg="del">
        <pc:chgData name="Guido Zambarda" userId="a7cb2718-97c5-47ba-9f67-af13f1621b1f" providerId="ADAL" clId="{1245DFA2-3570-4870-AE56-76A7D1F945EE}" dt="2025-11-19T15:57:07.734" v="102" actId="47"/>
        <pc:sldMkLst>
          <pc:docMk/>
          <pc:sldMk cId="2444015328" sldId="269"/>
        </pc:sldMkLst>
      </pc:sldChg>
      <pc:sldChg chg="del">
        <pc:chgData name="Guido Zambarda" userId="a7cb2718-97c5-47ba-9f67-af13f1621b1f" providerId="ADAL" clId="{1245DFA2-3570-4870-AE56-76A7D1F945EE}" dt="2025-11-19T15:57:07.734" v="102" actId="47"/>
        <pc:sldMkLst>
          <pc:docMk/>
          <pc:sldMk cId="656950007" sldId="270"/>
        </pc:sldMkLst>
      </pc:sldChg>
      <pc:sldChg chg="modSp mod">
        <pc:chgData name="Guido Zambarda" userId="a7cb2718-97c5-47ba-9f67-af13f1621b1f" providerId="ADAL" clId="{1245DFA2-3570-4870-AE56-76A7D1F945EE}" dt="2025-11-19T16:08:43.029" v="129" actId="20577"/>
        <pc:sldMkLst>
          <pc:docMk/>
          <pc:sldMk cId="3371544980" sldId="274"/>
        </pc:sldMkLst>
        <pc:spChg chg="mod">
          <ac:chgData name="Guido Zambarda" userId="a7cb2718-97c5-47ba-9f67-af13f1621b1f" providerId="ADAL" clId="{1245DFA2-3570-4870-AE56-76A7D1F945EE}" dt="2025-11-19T16:08:43.029" v="129" actId="20577"/>
          <ac:spMkLst>
            <pc:docMk/>
            <pc:sldMk cId="3371544980" sldId="274"/>
            <ac:spMk id="2" creationId="{6FC510B7-7B6C-7C04-BE14-D15C362450EF}"/>
          </ac:spMkLst>
        </pc:spChg>
      </pc:sldChg>
      <pc:sldChg chg="addSp delSp modSp mod">
        <pc:chgData name="Guido Zambarda" userId="a7cb2718-97c5-47ba-9f67-af13f1621b1f" providerId="ADAL" clId="{1245DFA2-3570-4870-AE56-76A7D1F945EE}" dt="2025-11-19T15:34:37.838" v="25" actId="478"/>
        <pc:sldMkLst>
          <pc:docMk/>
          <pc:sldMk cId="1577633904" sldId="275"/>
        </pc:sldMkLst>
        <pc:graphicFrameChg chg="add del mod">
          <ac:chgData name="Guido Zambarda" userId="a7cb2718-97c5-47ba-9f67-af13f1621b1f" providerId="ADAL" clId="{1245DFA2-3570-4870-AE56-76A7D1F945EE}" dt="2025-11-19T15:34:37.838" v="25" actId="478"/>
          <ac:graphicFrameMkLst>
            <pc:docMk/>
            <pc:sldMk cId="1577633904" sldId="275"/>
            <ac:graphicFrameMk id="2" creationId="{582D6187-CA4D-DF40-3A98-6EC99CF9A8BA}"/>
          </ac:graphicFrameMkLst>
        </pc:graphicFrameChg>
      </pc:sldChg>
      <pc:sldChg chg="modSp mod">
        <pc:chgData name="Guido Zambarda" userId="a7cb2718-97c5-47ba-9f67-af13f1621b1f" providerId="ADAL" clId="{1245DFA2-3570-4870-AE56-76A7D1F945EE}" dt="2025-11-19T15:40:53.578" v="41" actId="20577"/>
        <pc:sldMkLst>
          <pc:docMk/>
          <pc:sldMk cId="1979839893" sldId="276"/>
        </pc:sldMkLst>
        <pc:spChg chg="mod">
          <ac:chgData name="Guido Zambarda" userId="a7cb2718-97c5-47ba-9f67-af13f1621b1f" providerId="ADAL" clId="{1245DFA2-3570-4870-AE56-76A7D1F945EE}" dt="2025-11-19T15:40:53.578" v="41" actId="20577"/>
          <ac:spMkLst>
            <pc:docMk/>
            <pc:sldMk cId="1979839893" sldId="276"/>
            <ac:spMk id="4" creationId="{0CBA97D0-9053-786F-6374-AD269EB13774}"/>
          </ac:spMkLst>
        </pc:spChg>
      </pc:sldChg>
      <pc:sldChg chg="modSp mod">
        <pc:chgData name="Guido Zambarda" userId="a7cb2718-97c5-47ba-9f67-af13f1621b1f" providerId="ADAL" clId="{1245DFA2-3570-4870-AE56-76A7D1F945EE}" dt="2025-11-19T15:46:10.299" v="62" actId="20577"/>
        <pc:sldMkLst>
          <pc:docMk/>
          <pc:sldMk cId="1791411079" sldId="277"/>
        </pc:sldMkLst>
        <pc:spChg chg="mod">
          <ac:chgData name="Guido Zambarda" userId="a7cb2718-97c5-47ba-9f67-af13f1621b1f" providerId="ADAL" clId="{1245DFA2-3570-4870-AE56-76A7D1F945EE}" dt="2025-11-19T15:46:10.299" v="62" actId="20577"/>
          <ac:spMkLst>
            <pc:docMk/>
            <pc:sldMk cId="1791411079" sldId="277"/>
            <ac:spMk id="4" creationId="{9BECF586-6BE8-1AC6-199B-62FA7165E697}"/>
          </ac:spMkLst>
        </pc:spChg>
      </pc:sldChg>
      <pc:sldChg chg="add">
        <pc:chgData name="Guido Zambarda" userId="a7cb2718-97c5-47ba-9f67-af13f1621b1f" providerId="ADAL" clId="{1245DFA2-3570-4870-AE56-76A7D1F945EE}" dt="2025-11-19T15:33:43.186" v="22" actId="2890"/>
        <pc:sldMkLst>
          <pc:docMk/>
          <pc:sldMk cId="1168151202" sldId="278"/>
        </pc:sldMkLst>
      </pc:sldChg>
      <pc:sldChg chg="modSp add mod">
        <pc:chgData name="Guido Zambarda" userId="a7cb2718-97c5-47ba-9f67-af13f1621b1f" providerId="ADAL" clId="{1245DFA2-3570-4870-AE56-76A7D1F945EE}" dt="2025-11-19T16:14:43.455" v="130" actId="1076"/>
        <pc:sldMkLst>
          <pc:docMk/>
          <pc:sldMk cId="4057030523" sldId="279"/>
        </pc:sldMkLst>
        <pc:graphicFrameChg chg="mod">
          <ac:chgData name="Guido Zambarda" userId="a7cb2718-97c5-47ba-9f67-af13f1621b1f" providerId="ADAL" clId="{1245DFA2-3570-4870-AE56-76A7D1F945EE}" dt="2025-11-19T16:14:43.455" v="130" actId="1076"/>
          <ac:graphicFrameMkLst>
            <pc:docMk/>
            <pc:sldMk cId="4057030523" sldId="279"/>
            <ac:graphicFrameMk id="2" creationId="{A45B9582-E3B7-5FD5-D1EC-C428FFBF9EC2}"/>
          </ac:graphicFrameMkLst>
        </pc:graphicFrameChg>
      </pc:sldChg>
      <pc:sldChg chg="addSp modSp add mod">
        <pc:chgData name="Guido Zambarda" userId="a7cb2718-97c5-47ba-9f67-af13f1621b1f" providerId="ADAL" clId="{1245DFA2-3570-4870-AE56-76A7D1F945EE}" dt="2025-11-19T15:41:17.236" v="47" actId="1076"/>
        <pc:sldMkLst>
          <pc:docMk/>
          <pc:sldMk cId="1232860560" sldId="280"/>
        </pc:sldMkLst>
        <pc:graphicFrameChg chg="add mod">
          <ac:chgData name="Guido Zambarda" userId="a7cb2718-97c5-47ba-9f67-af13f1621b1f" providerId="ADAL" clId="{1245DFA2-3570-4870-AE56-76A7D1F945EE}" dt="2025-11-19T15:41:17.236" v="47" actId="1076"/>
          <ac:graphicFrameMkLst>
            <pc:docMk/>
            <pc:sldMk cId="1232860560" sldId="280"/>
            <ac:graphicFrameMk id="2" creationId="{F1F174B0-FE5B-3090-4CDC-8A9DB0BA3B3A}"/>
          </ac:graphicFrameMkLst>
        </pc:graphicFrameChg>
      </pc:sldChg>
      <pc:sldChg chg="add">
        <pc:chgData name="Guido Zambarda" userId="a7cb2718-97c5-47ba-9f67-af13f1621b1f" providerId="ADAL" clId="{1245DFA2-3570-4870-AE56-76A7D1F945EE}" dt="2025-11-19T15:41:28.896" v="48" actId="2890"/>
        <pc:sldMkLst>
          <pc:docMk/>
          <pc:sldMk cId="3238921738" sldId="281"/>
        </pc:sldMkLst>
      </pc:sldChg>
      <pc:sldChg chg="addSp modSp add mod modNotesTx">
        <pc:chgData name="Guido Zambarda" userId="a7cb2718-97c5-47ba-9f67-af13f1621b1f" providerId="ADAL" clId="{1245DFA2-3570-4870-AE56-76A7D1F945EE}" dt="2025-11-19T15:52:48.396" v="98" actId="20577"/>
        <pc:sldMkLst>
          <pc:docMk/>
          <pc:sldMk cId="2712857754" sldId="282"/>
        </pc:sldMkLst>
        <pc:graphicFrameChg chg="add mod">
          <ac:chgData name="Guido Zambarda" userId="a7cb2718-97c5-47ba-9f67-af13f1621b1f" providerId="ADAL" clId="{1245DFA2-3570-4870-AE56-76A7D1F945EE}" dt="2025-11-19T15:46:27.556" v="67" actId="1076"/>
          <ac:graphicFrameMkLst>
            <pc:docMk/>
            <pc:sldMk cId="2712857754" sldId="282"/>
            <ac:graphicFrameMk id="2" creationId="{259E4729-93C9-3900-6DC4-27254095C5F2}"/>
          </ac:graphicFrameMkLst>
        </pc:graphicFrameChg>
      </pc:sldChg>
      <pc:sldChg chg="delSp modSp add mod">
        <pc:chgData name="Guido Zambarda" userId="a7cb2718-97c5-47ba-9f67-af13f1621b1f" providerId="ADAL" clId="{1245DFA2-3570-4870-AE56-76A7D1F945EE}" dt="2025-11-19T15:52:09.637" v="95" actId="20577"/>
        <pc:sldMkLst>
          <pc:docMk/>
          <pc:sldMk cId="3241895489" sldId="283"/>
        </pc:sldMkLst>
        <pc:spChg chg="mod">
          <ac:chgData name="Guido Zambarda" userId="a7cb2718-97c5-47ba-9f67-af13f1621b1f" providerId="ADAL" clId="{1245DFA2-3570-4870-AE56-76A7D1F945EE}" dt="2025-11-19T15:52:09.637" v="95" actId="20577"/>
          <ac:spMkLst>
            <pc:docMk/>
            <pc:sldMk cId="3241895489" sldId="283"/>
            <ac:spMk id="4" creationId="{83D9FABE-D2EB-8F44-635D-A8EC1D6FBFF3}"/>
          </ac:spMkLst>
        </pc:spChg>
        <pc:graphicFrameChg chg="del">
          <ac:chgData name="Guido Zambarda" userId="a7cb2718-97c5-47ba-9f67-af13f1621b1f" providerId="ADAL" clId="{1245DFA2-3570-4870-AE56-76A7D1F945EE}" dt="2025-11-19T15:51:58.509" v="69" actId="478"/>
          <ac:graphicFrameMkLst>
            <pc:docMk/>
            <pc:sldMk cId="3241895489" sldId="283"/>
            <ac:graphicFrameMk id="2" creationId="{064A0B4A-301C-5823-3DC3-5BADFB23F238}"/>
          </ac:graphicFrameMkLst>
        </pc:graphicFrameChg>
      </pc:sldChg>
      <pc:sldChg chg="addSp modSp add mod modNotesTx">
        <pc:chgData name="Guido Zambarda" userId="a7cb2718-97c5-47ba-9f67-af13f1621b1f" providerId="ADAL" clId="{1245DFA2-3570-4870-AE56-76A7D1F945EE}" dt="2025-11-19T15:53:23.609" v="101" actId="1076"/>
        <pc:sldMkLst>
          <pc:docMk/>
          <pc:sldMk cId="1744574347" sldId="284"/>
        </pc:sldMkLst>
        <pc:graphicFrameChg chg="add mod">
          <ac:chgData name="Guido Zambarda" userId="a7cb2718-97c5-47ba-9f67-af13f1621b1f" providerId="ADAL" clId="{1245DFA2-3570-4870-AE56-76A7D1F945EE}" dt="2025-11-19T15:53:23.609" v="101" actId="1076"/>
          <ac:graphicFrameMkLst>
            <pc:docMk/>
            <pc:sldMk cId="1744574347" sldId="284"/>
            <ac:graphicFrameMk id="2" creationId="{F10467F8-A133-FB87-24FB-0D850252A188}"/>
          </ac:graphicFrameMkLst>
        </pc:graphicFrameChg>
      </pc:sldChg>
      <pc:sldChg chg="addSp delSp modSp new mod">
        <pc:chgData name="Guido Zambarda" userId="a7cb2718-97c5-47ba-9f67-af13f1621b1f" providerId="ADAL" clId="{1245DFA2-3570-4870-AE56-76A7D1F945EE}" dt="2025-11-19T16:33:42.192" v="138" actId="108"/>
        <pc:sldMkLst>
          <pc:docMk/>
          <pc:sldMk cId="3076494489" sldId="285"/>
        </pc:sldMkLst>
        <pc:spChg chg="del">
          <ac:chgData name="Guido Zambarda" userId="a7cb2718-97c5-47ba-9f67-af13f1621b1f" providerId="ADAL" clId="{1245DFA2-3570-4870-AE56-76A7D1F945EE}" dt="2025-11-19T16:33:16.011" v="136" actId="478"/>
          <ac:spMkLst>
            <pc:docMk/>
            <pc:sldMk cId="3076494489" sldId="285"/>
            <ac:spMk id="2" creationId="{43F57928-BEDC-C12A-F811-ED44D84B205B}"/>
          </ac:spMkLst>
        </pc:spChg>
        <pc:spChg chg="del">
          <ac:chgData name="Guido Zambarda" userId="a7cb2718-97c5-47ba-9f67-af13f1621b1f" providerId="ADAL" clId="{1245DFA2-3570-4870-AE56-76A7D1F945EE}" dt="2025-11-19T16:33:14.367" v="135" actId="478"/>
          <ac:spMkLst>
            <pc:docMk/>
            <pc:sldMk cId="3076494489" sldId="285"/>
            <ac:spMk id="3" creationId="{A258FBFD-7DDF-B9A7-5571-7C7A3CF56C08}"/>
          </ac:spMkLst>
        </pc:spChg>
        <pc:spChg chg="add mod">
          <ac:chgData name="Guido Zambarda" userId="a7cb2718-97c5-47ba-9f67-af13f1621b1f" providerId="ADAL" clId="{1245DFA2-3570-4870-AE56-76A7D1F945EE}" dt="2025-11-19T16:33:42.192" v="138" actId="108"/>
          <ac:spMkLst>
            <pc:docMk/>
            <pc:sldMk cId="3076494489" sldId="285"/>
            <ac:spMk id="4" creationId="{334F4A96-F857-4CDB-F623-980B6FE66A6B}"/>
          </ac:spMkLst>
        </pc:spChg>
        <pc:spChg chg="add mod">
          <ac:chgData name="Guido Zambarda" userId="a7cb2718-97c5-47ba-9f67-af13f1621b1f" providerId="ADAL" clId="{1245DFA2-3570-4870-AE56-76A7D1F945EE}" dt="2025-11-19T16:33:16.906" v="137"/>
          <ac:spMkLst>
            <pc:docMk/>
            <pc:sldMk cId="3076494489" sldId="285"/>
            <ac:spMk id="5" creationId="{4A36E167-F344-34D1-1DB2-D4239A4429BB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DB4B101-3225-4967-95B5-ED5755256DE0}" type="datetimeFigureOut">
              <a:rPr lang="en-GB" smtClean="0"/>
              <a:t>22/11/2025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EB8C794-77EE-4724-B493-2E0907BFA55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23183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sz="1200" kern="1200">
              <a:solidFill>
                <a:srgbClr val="FF0000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EB8C794-77EE-4724-B493-2E0907BFA558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820751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B8C794-77EE-4724-B493-2E0907BFA558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930112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E" dirty="0"/>
              <a:t>Ask audience question: </a:t>
            </a:r>
            <a:endParaRPr lang="en-US" dirty="0"/>
          </a:p>
          <a:p>
            <a:pPr marL="171450" indent="-171450">
              <a:buFont typeface="Calibri"/>
              <a:buChar char="-"/>
            </a:pPr>
            <a:r>
              <a:rPr lang="en-IE" dirty="0"/>
              <a:t>Do you use pipelines? You should, after the session go and create your own.</a:t>
            </a:r>
            <a:endParaRPr lang="en-US" dirty="0">
              <a:ea typeface="Calibri" panose="020F0502020204030204"/>
              <a:cs typeface="Calibri" panose="020F0502020204030204"/>
            </a:endParaRPr>
          </a:p>
          <a:p>
            <a:pPr marL="171450" indent="-171450">
              <a:buFont typeface="Calibri"/>
              <a:buChar char="-"/>
            </a:pPr>
            <a:r>
              <a:rPr lang="en-IE" dirty="0">
                <a:ea typeface="Calibri"/>
                <a:cs typeface="Calibri"/>
              </a:rPr>
              <a:t>Do you package the solution on your own hardware?</a:t>
            </a:r>
          </a:p>
          <a:p>
            <a:pPr marL="171450" indent="-171450">
              <a:buFont typeface="Calibri"/>
              <a:buChar char="-"/>
            </a:pPr>
            <a:r>
              <a:rPr lang="en-IE">
                <a:ea typeface="Calibri"/>
                <a:cs typeface="Calibri"/>
              </a:rPr>
              <a:t>Do you have different environment set up?</a:t>
            </a:r>
            <a:endParaRPr lang="en-IE"/>
          </a:p>
          <a:p>
            <a:endParaRPr lang="en-IE" dirty="0">
              <a:ea typeface="Calibri"/>
              <a:cs typeface="Calibri"/>
            </a:endParaRPr>
          </a:p>
          <a:p>
            <a:r>
              <a:rPr lang="en-IE" dirty="0">
                <a:ea typeface="Calibri"/>
                <a:cs typeface="Calibri"/>
              </a:rPr>
              <a:t>Highlight the benefits of using those:</a:t>
            </a:r>
          </a:p>
          <a:p>
            <a:pPr marL="171450" indent="-171450">
              <a:buFont typeface="Calibri"/>
              <a:buChar char="-"/>
            </a:pPr>
            <a:r>
              <a:rPr lang="en-IE" dirty="0">
                <a:ea typeface="Calibri"/>
                <a:cs typeface="Calibri"/>
              </a:rPr>
              <a:t>If you're on vacation the others are still able to fix bugs without having the dev environment installed</a:t>
            </a:r>
          </a:p>
          <a:p>
            <a:pPr marL="171450" indent="-171450">
              <a:buFont typeface="Calibri"/>
              <a:buChar char="-"/>
            </a:pPr>
            <a:r>
              <a:rPr lang="en-IE" dirty="0">
                <a:ea typeface="Calibri"/>
                <a:cs typeface="Calibri"/>
              </a:rPr>
              <a:t>You should have different environments (DEV,TEST,STAGING,PROD)</a:t>
            </a:r>
          </a:p>
          <a:p>
            <a:pPr marL="171450" indent="-171450">
              <a:buFont typeface="Calibri"/>
              <a:buChar char="-"/>
            </a:pPr>
            <a:r>
              <a:rPr lang="en-IE" dirty="0">
                <a:ea typeface="Calibri"/>
                <a:cs typeface="Calibri"/>
              </a:rPr>
              <a:t>You want your off-time to be really an off-time</a:t>
            </a:r>
          </a:p>
          <a:p>
            <a:pPr marL="171450" indent="-171450">
              <a:buFont typeface="Calibri"/>
              <a:buChar char="-"/>
            </a:pPr>
            <a:r>
              <a:rPr lang="en-IE" dirty="0">
                <a:ea typeface="Calibri"/>
                <a:cs typeface="Calibri"/>
              </a:rPr>
              <a:t>Don't publish on </a:t>
            </a:r>
            <a:r>
              <a:rPr lang="en-IE" dirty="0" err="1">
                <a:ea typeface="Calibri"/>
                <a:cs typeface="Calibri"/>
              </a:rPr>
              <a:t>friday</a:t>
            </a:r>
            <a:r>
              <a:rPr lang="en-IE" dirty="0">
                <a:ea typeface="Calibri"/>
                <a:cs typeface="Calibri"/>
              </a:rPr>
              <a:t> :)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B8C794-77EE-4724-B493-2E0907BFA558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27483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B8C794-77EE-4724-B493-2E0907BFA558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04024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454A13-7811-0FAE-8B0B-47E7B52CB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34A10F-10FB-C363-E997-EA1DD9C0E4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090BCF-7930-530F-4F97-3B8CCBC4A2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Web part over a list form customizer to allow data to be sent to external systems (e.g., SQL, CRM) and not just SharePoint.</a:t>
            </a:r>
          </a:p>
          <a:p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Unit Testing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Unit tests are written for business logic, with a focus on conditions and validation. Peter Paul emphasized the importance of two-person review—one writes tests, another implements logic—to catch errors early. </a:t>
            </a:r>
          </a:p>
          <a:p>
            <a:endParaRPr lang="en-US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UI Testing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Playwright is used for automated UI tests, checking DOM elements and visual layout, ensuring the user experience matches business requirements. Screenshots are used for visual regression. 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Error Handling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Special attention is given to handling API errors (e.g., 429 errors), with mocking strategies for development and end-to-end tests.  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CI/CD Pipeline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GitHub Actions automate environment setup, dependency installation, solution bundling, unit tests, packaging, deployment, and UI tests. Secrets and environment variables are managed for security.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B59EAB-4A7B-C84C-AA95-82EC76B2BD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B8C794-77EE-4724-B493-2E0907BFA558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66050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03AC6C-8741-79FD-C830-353BF90C4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3E1990-444C-AD0A-7FF6-85CD6BB422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B4154A-8546-8090-4507-A01E1F8201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420E7B-DB96-BB84-F486-8291DF238D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B8C794-77EE-4724-B493-2E0907BFA558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726484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31D178-C0B9-2116-DE8E-6C6067D30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8509C8-8059-25B9-F112-B3109B94D9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C31157-E9C7-7B01-35CD-CAC9D3AC75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94AF63-E069-45FB-C636-3FEC83A2FC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B8C794-77EE-4724-B493-2E0907BFA558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12722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22399-B1E6-259A-BBB9-859916C1B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630D2C-0F1A-A5AD-3BDB-8D10BBAA5D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776B68-DD89-D3C6-4C8B-663C0EADF8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A56057-8F57-3A0E-B88E-0564668DB9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B8C794-77EE-4724-B493-2E0907BFA558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250459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B93853-D80F-F9BD-38A5-5F6755630F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CBDE32-55CC-9F2F-E4D2-12FA30AAA8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48900A-7FFB-8C0A-2CA3-C8BF603F01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15C5AA-254C-3A9C-B86A-B802468FED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B8C794-77EE-4724-B493-2E0907BFA558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122864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251376-E98D-0D52-97E6-BE532ED48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D8AE71-AB59-8C3B-C27F-22F9BB8AEE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33BC22-A7D6-765F-B178-04AE9781FA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0542DA-0172-2FD6-CE68-82AC0A024C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B8C794-77EE-4724-B493-2E0907BFA558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963876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E34A03-EDDC-496B-A252-C7FFBF6910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A9EF52-BEF5-A1DD-9400-B0F6CF9FCB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D63604-03EE-C33D-885B-D60B1D0852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a typeface="Calibri"/>
                <a:cs typeface="Calibri"/>
              </a:rPr>
              <a:t>How often do we use tests in our projects?</a:t>
            </a:r>
          </a:p>
          <a:p>
            <a:r>
              <a:rPr lang="en-US">
                <a:ea typeface="Calibri"/>
                <a:cs typeface="Calibri"/>
              </a:rPr>
              <a:t>It depends on:</a:t>
            </a:r>
          </a:p>
          <a:p>
            <a:pPr marL="171450" indent="-171450">
              <a:buFont typeface="Calibri"/>
              <a:buChar char="-"/>
            </a:pPr>
            <a:r>
              <a:rPr lang="en-US" dirty="0">
                <a:ea typeface="Calibri"/>
                <a:cs typeface="Calibri"/>
              </a:rPr>
              <a:t>Budget</a:t>
            </a:r>
          </a:p>
          <a:p>
            <a:pPr marL="171450" indent="-171450">
              <a:buFont typeface="Calibri"/>
              <a:buChar char="-"/>
            </a:pPr>
            <a:r>
              <a:rPr lang="en-US" dirty="0">
                <a:ea typeface="Calibri"/>
                <a:cs typeface="Calibri"/>
              </a:rPr>
              <a:t>Timing</a:t>
            </a:r>
          </a:p>
          <a:p>
            <a:pPr marL="171450" indent="-171450">
              <a:buFont typeface="Calibri"/>
              <a:buChar char="-"/>
            </a:pPr>
            <a:r>
              <a:rPr lang="en-US" dirty="0">
                <a:ea typeface="Calibri"/>
                <a:cs typeface="Calibri"/>
              </a:rPr>
              <a:t>Customers says it's not needed</a:t>
            </a:r>
          </a:p>
          <a:p>
            <a:endParaRPr lang="en-US" dirty="0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Giveaways</a:t>
            </a:r>
          </a:p>
          <a:p>
            <a:pPr marL="171450" indent="-171450">
              <a:buFont typeface="Calibri"/>
              <a:buChar char="-"/>
            </a:pPr>
            <a:r>
              <a:rPr lang="en-US" dirty="0">
                <a:ea typeface="Calibri"/>
                <a:cs typeface="Calibri"/>
              </a:rPr>
              <a:t>Unit tests saves can save our life and are responsible to have an expected behavior of your application over multiple deployments and changes.</a:t>
            </a:r>
          </a:p>
          <a:p>
            <a:pPr marL="171450" indent="-171450">
              <a:buFont typeface="Calibri"/>
              <a:buChar char="-"/>
            </a:pPr>
            <a:r>
              <a:rPr lang="en-US" dirty="0">
                <a:ea typeface="Calibri"/>
                <a:cs typeface="Calibri"/>
              </a:rPr>
              <a:t>Who writes the code should not test it but leave it to another person of the team</a:t>
            </a:r>
          </a:p>
          <a:p>
            <a:pPr marL="171450" indent="-171450">
              <a:buFont typeface="Calibri"/>
              <a:buChar char="-"/>
            </a:pPr>
            <a:endParaRPr lang="en-US" dirty="0">
              <a:ea typeface="Calibri"/>
              <a:cs typeface="Calibri"/>
            </a:endParaRPr>
          </a:p>
          <a:p>
            <a:pPr marL="171450" indent="-171450">
              <a:buFont typeface="Calibri"/>
              <a:buChar char="-"/>
            </a:pPr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42478F-627E-D87B-5821-E7FA3AAFEC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B8C794-77EE-4724-B493-2E0907BFA558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260371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45DC49-A269-D24C-E4C8-75E5BCE198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2FAF7C-28B0-293F-58BE-68267837BD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A4D9B9-AA9D-7422-0FFE-2998DA3211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a typeface="Calibri"/>
                <a:cs typeface="Calibri"/>
              </a:rPr>
              <a:t>How often do we use tests in our projects?</a:t>
            </a:r>
          </a:p>
          <a:p>
            <a:r>
              <a:rPr lang="en-US">
                <a:ea typeface="Calibri"/>
                <a:cs typeface="Calibri"/>
              </a:rPr>
              <a:t>It depends on:</a:t>
            </a:r>
          </a:p>
          <a:p>
            <a:pPr marL="171450" indent="-171450">
              <a:buFont typeface="Calibri"/>
              <a:buChar char="-"/>
            </a:pPr>
            <a:r>
              <a:rPr lang="en-US" dirty="0">
                <a:ea typeface="Calibri"/>
                <a:cs typeface="Calibri"/>
              </a:rPr>
              <a:t>Budget</a:t>
            </a:r>
          </a:p>
          <a:p>
            <a:pPr marL="171450" indent="-171450">
              <a:buFont typeface="Calibri"/>
              <a:buChar char="-"/>
            </a:pPr>
            <a:r>
              <a:rPr lang="en-US" dirty="0">
                <a:ea typeface="Calibri"/>
                <a:cs typeface="Calibri"/>
              </a:rPr>
              <a:t>Timing</a:t>
            </a:r>
          </a:p>
          <a:p>
            <a:pPr marL="171450" indent="-171450">
              <a:buFont typeface="Calibri"/>
              <a:buChar char="-"/>
            </a:pPr>
            <a:r>
              <a:rPr lang="en-US" dirty="0">
                <a:ea typeface="Calibri"/>
                <a:cs typeface="Calibri"/>
              </a:rPr>
              <a:t>Customers says it's not needed</a:t>
            </a:r>
          </a:p>
          <a:p>
            <a:endParaRPr lang="en-US" dirty="0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Giveaways</a:t>
            </a:r>
          </a:p>
          <a:p>
            <a:pPr marL="171450" indent="-171450">
              <a:buFont typeface="Calibri"/>
              <a:buChar char="-"/>
            </a:pPr>
            <a:r>
              <a:rPr lang="en-US" dirty="0">
                <a:ea typeface="Calibri"/>
                <a:cs typeface="Calibri"/>
              </a:rPr>
              <a:t>Unit tests saves can save our life and are responsible to have an expected behavior of your application over multiple deployments and changes.</a:t>
            </a:r>
          </a:p>
          <a:p>
            <a:pPr marL="171450" indent="-171450">
              <a:buFont typeface="Calibri"/>
              <a:buChar char="-"/>
            </a:pPr>
            <a:r>
              <a:rPr lang="en-US" dirty="0">
                <a:ea typeface="Calibri"/>
                <a:cs typeface="Calibri"/>
              </a:rPr>
              <a:t>Who writes the code should not test it but leave it to another person of the team</a:t>
            </a:r>
          </a:p>
          <a:p>
            <a:pPr marL="171450" indent="-171450">
              <a:buFont typeface="Calibri"/>
              <a:buChar char="-"/>
            </a:pPr>
            <a:endParaRPr lang="en-US" dirty="0">
              <a:ea typeface="Calibri"/>
              <a:cs typeface="Calibri"/>
            </a:endParaRPr>
          </a:p>
          <a:p>
            <a:pPr marL="171450" indent="-171450">
              <a:buFont typeface="Calibri"/>
              <a:buChar char="-"/>
            </a:pPr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40BFFB-821F-4B9A-38C5-7DC704AF23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B8C794-77EE-4724-B493-2E0907BFA558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111136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A32D5C-DF60-A326-82D2-59F7D398AD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3B74E8-2E37-1493-93D8-32A40ECE3B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FB4A5C-0675-356A-1F5A-592FEACD8A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a typeface="Calibri"/>
                <a:cs typeface="Calibri"/>
              </a:rPr>
              <a:t>How often do we use tests in our projects?</a:t>
            </a:r>
          </a:p>
          <a:p>
            <a:r>
              <a:rPr lang="en-US" dirty="0">
                <a:ea typeface="Calibri"/>
                <a:cs typeface="Calibri"/>
              </a:rPr>
              <a:t>It depends on:</a:t>
            </a:r>
          </a:p>
          <a:p>
            <a:pPr marL="171450" indent="-171450">
              <a:buFont typeface="Calibri"/>
              <a:buChar char="-"/>
            </a:pPr>
            <a:r>
              <a:rPr lang="en-US" dirty="0">
                <a:ea typeface="Calibri"/>
                <a:cs typeface="Calibri"/>
              </a:rPr>
              <a:t>Budget</a:t>
            </a:r>
          </a:p>
          <a:p>
            <a:pPr marL="171450" indent="-171450">
              <a:buFont typeface="Calibri"/>
              <a:buChar char="-"/>
            </a:pPr>
            <a:r>
              <a:rPr lang="en-US" dirty="0">
                <a:ea typeface="Calibri"/>
                <a:cs typeface="Calibri"/>
              </a:rPr>
              <a:t>Timing</a:t>
            </a:r>
          </a:p>
          <a:p>
            <a:pPr marL="171450" indent="-171450">
              <a:buFont typeface="Calibri"/>
              <a:buChar char="-"/>
            </a:pPr>
            <a:r>
              <a:rPr lang="en-US" dirty="0">
                <a:ea typeface="Calibri"/>
                <a:cs typeface="Calibri"/>
              </a:rPr>
              <a:t>Customers says it's not needed</a:t>
            </a:r>
          </a:p>
          <a:p>
            <a:endParaRPr lang="en-US" dirty="0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Giveaways</a:t>
            </a:r>
          </a:p>
          <a:p>
            <a:pPr marL="171450" indent="-171450">
              <a:buFont typeface="Calibri"/>
              <a:buChar char="-"/>
            </a:pPr>
            <a:r>
              <a:rPr lang="en-US" dirty="0">
                <a:ea typeface="Calibri"/>
                <a:cs typeface="Calibri"/>
              </a:rPr>
              <a:t>Unit tests saves can save our life and are responsible to have an expected behavior of your application over multiple deployments and changes.</a:t>
            </a:r>
          </a:p>
          <a:p>
            <a:pPr marL="171450" indent="-171450">
              <a:buFont typeface="Calibri"/>
              <a:buChar char="-"/>
            </a:pPr>
            <a:r>
              <a:rPr lang="en-US" dirty="0">
                <a:ea typeface="Calibri"/>
                <a:cs typeface="Calibri"/>
              </a:rPr>
              <a:t>Who writes the code should not test it but leave it to another person of the team</a:t>
            </a:r>
          </a:p>
          <a:p>
            <a:pPr marL="171450" indent="-171450">
              <a:buFont typeface="Calibri"/>
              <a:buChar char="-"/>
            </a:pPr>
            <a:endParaRPr lang="en-US" dirty="0">
              <a:ea typeface="Calibri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provided repo is public for audience use and learning: https://github.com/GuidoZam/espc-spfx-session-demo</a:t>
            </a:r>
          </a:p>
          <a:p>
            <a:pPr marL="171450" indent="-171450">
              <a:buFont typeface="Calibri"/>
              <a:buChar char="-"/>
            </a:pPr>
            <a:endParaRPr lang="en-US" dirty="0">
              <a:ea typeface="Calibri"/>
              <a:cs typeface="Calibri"/>
            </a:endParaRPr>
          </a:p>
          <a:p>
            <a:pPr marL="171450" indent="-171450">
              <a:buFont typeface="Calibri"/>
              <a:buChar char="-"/>
            </a:pPr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39FCA7-6B20-7398-7513-B8ABA284E4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B8C794-77EE-4724-B493-2E0907BFA558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016563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sz="1200" kern="1200">
              <a:solidFill>
                <a:srgbClr val="FF0000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B8C794-77EE-4724-B493-2E0907BFA558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46546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3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3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3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3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lash Screen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983124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091E24DE-EFB1-0B46-A1A5-D4A0F86E2C8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37938" y="1628799"/>
            <a:ext cx="10764252" cy="385760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800" b="1">
                <a:solidFill>
                  <a:srgbClr val="00C7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rgbClr val="00E2FF"/>
                </a:solidFill>
              </a:defRPr>
            </a:lvl2pPr>
            <a:lvl3pPr>
              <a:defRPr>
                <a:solidFill>
                  <a:srgbClr val="00E2FF"/>
                </a:solidFill>
              </a:defRPr>
            </a:lvl3pPr>
            <a:lvl4pPr>
              <a:defRPr>
                <a:solidFill>
                  <a:srgbClr val="00E2FF"/>
                </a:solidFill>
              </a:defRPr>
            </a:lvl4pPr>
            <a:lvl5pPr>
              <a:defRPr>
                <a:solidFill>
                  <a:srgbClr val="00E2FF"/>
                </a:solidFill>
              </a:defRPr>
            </a:lvl5pPr>
          </a:lstStyle>
          <a:p>
            <a:pPr lvl="0"/>
            <a:r>
              <a:rPr lang="en-US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11315392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in Content : Title + Text Box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87A50152-6AF0-CB4C-8223-B92B04D86F3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7990" y="798263"/>
            <a:ext cx="10728157" cy="725738"/>
          </a:xfrm>
          <a:prstGeom prst="rect">
            <a:avLst/>
          </a:prstGeom>
        </p:spPr>
        <p:txBody>
          <a:bodyPr/>
          <a:lstStyle>
            <a:lvl1pPr>
              <a:defRPr sz="3200" b="1">
                <a:solidFill>
                  <a:srgbClr val="00C7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C1E510EF-336A-D249-A32C-A6F043A3B56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38188" y="1700213"/>
            <a:ext cx="10747375" cy="4235450"/>
          </a:xfrm>
          <a:prstGeom prst="rect">
            <a:avLst/>
          </a:prstGeo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1873235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Main Content : Title + Text Box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87A50152-6AF0-CB4C-8223-B92B04D86F3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7990" y="798263"/>
            <a:ext cx="10728157" cy="725738"/>
          </a:xfrm>
          <a:prstGeom prst="rect">
            <a:avLst/>
          </a:prstGeom>
        </p:spPr>
        <p:txBody>
          <a:bodyPr/>
          <a:lstStyle>
            <a:lvl1pPr>
              <a:defRPr sz="3200" b="1">
                <a:solidFill>
                  <a:srgbClr val="00C7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C1E510EF-336A-D249-A32C-A6F043A3B56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38188" y="1700213"/>
            <a:ext cx="10747375" cy="423545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8651598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in Content : Title + Dual Text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87A50152-6AF0-CB4C-8223-B92B04D86F3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7990" y="798263"/>
            <a:ext cx="10728157" cy="725738"/>
          </a:xfrm>
          <a:prstGeom prst="rect">
            <a:avLst/>
          </a:prstGeom>
        </p:spPr>
        <p:txBody>
          <a:bodyPr/>
          <a:lstStyle>
            <a:lvl1pPr>
              <a:defRPr sz="3200" b="1">
                <a:solidFill>
                  <a:srgbClr val="00C7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C1E510EF-336A-D249-A32C-A6F043A3B56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38188" y="1700213"/>
            <a:ext cx="5143128" cy="4235450"/>
          </a:xfrm>
          <a:prstGeom prst="rect">
            <a:avLst/>
          </a:prstGeo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B4DB5CA4-F374-B64C-81F3-7E6BC950417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72597" y="1700213"/>
            <a:ext cx="5143128" cy="4235450"/>
          </a:xfrm>
          <a:prstGeom prst="rect">
            <a:avLst/>
          </a:prstGeo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991751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in Content - Dark BKG : Title + Dual Text Box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87A50152-6AF0-CB4C-8223-B92B04D86F3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7990" y="798263"/>
            <a:ext cx="10728157" cy="725738"/>
          </a:xfrm>
          <a:prstGeom prst="rect">
            <a:avLst/>
          </a:prstGeom>
        </p:spPr>
        <p:txBody>
          <a:bodyPr/>
          <a:lstStyle>
            <a:lvl1pPr>
              <a:defRPr sz="3200" b="1">
                <a:solidFill>
                  <a:srgbClr val="00C7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C1E510EF-336A-D249-A32C-A6F043A3B56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38188" y="1700213"/>
            <a:ext cx="5143128" cy="423545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B4DB5CA4-F374-B64C-81F3-7E6BC950417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72597" y="1700213"/>
            <a:ext cx="5143128" cy="423545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0705937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in Content : Visual Da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ontent Placeholder 12">
            <a:extLst>
              <a:ext uri="{FF2B5EF4-FFF2-40B4-BE49-F238E27FC236}">
                <a16:creationId xmlns:a16="http://schemas.microsoft.com/office/drawing/2014/main" id="{2C0C7565-66F8-5E4F-BC70-B52629A037BD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736600" y="736600"/>
            <a:ext cx="10793413" cy="5195888"/>
          </a:xfrm>
          <a:prstGeom prst="rect">
            <a:avLst/>
          </a:prstGeo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065987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in Content : Title + Visual Da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0">
            <a:extLst>
              <a:ext uri="{FF2B5EF4-FFF2-40B4-BE49-F238E27FC236}">
                <a16:creationId xmlns:a16="http://schemas.microsoft.com/office/drawing/2014/main" id="{A54FBFB0-DCDC-C848-901F-75B727D01B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7990" y="798262"/>
            <a:ext cx="5204111" cy="1046579"/>
          </a:xfrm>
          <a:prstGeom prst="rect">
            <a:avLst/>
          </a:prstGeom>
        </p:spPr>
        <p:txBody>
          <a:bodyPr/>
          <a:lstStyle>
            <a:lvl1pPr>
              <a:defRPr sz="3200" b="1">
                <a:solidFill>
                  <a:srgbClr val="00C7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E6537CD3-4D9A-184F-8D06-E1B8E2D9036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38188" y="2005263"/>
            <a:ext cx="5213433" cy="3930399"/>
          </a:xfrm>
          <a:prstGeom prst="rect">
            <a:avLst/>
          </a:prstGeo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DC03047F-22E2-5B43-86A2-7583C9DB314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57913" y="757238"/>
            <a:ext cx="5372100" cy="5200650"/>
          </a:xfrm>
          <a:prstGeom prst="rect">
            <a:avLst/>
          </a:prstGeo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154175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in Content - Dark BKG : Title + Visual Data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0">
            <a:extLst>
              <a:ext uri="{FF2B5EF4-FFF2-40B4-BE49-F238E27FC236}">
                <a16:creationId xmlns:a16="http://schemas.microsoft.com/office/drawing/2014/main" id="{A54FBFB0-DCDC-C848-901F-75B727D01B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7990" y="798262"/>
            <a:ext cx="5204111" cy="1046579"/>
          </a:xfrm>
          <a:prstGeom prst="rect">
            <a:avLst/>
          </a:prstGeom>
        </p:spPr>
        <p:txBody>
          <a:bodyPr/>
          <a:lstStyle>
            <a:lvl1pPr>
              <a:defRPr sz="3200" b="1">
                <a:solidFill>
                  <a:srgbClr val="00C7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E6537CD3-4D9A-184F-8D06-E1B8E2D9036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38188" y="2005263"/>
            <a:ext cx="5213433" cy="393039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DC03047F-22E2-5B43-86A2-7583C9DB314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57913" y="757238"/>
            <a:ext cx="5372100" cy="520065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384421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in Content : Visual Data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0">
            <a:extLst>
              <a:ext uri="{FF2B5EF4-FFF2-40B4-BE49-F238E27FC236}">
                <a16:creationId xmlns:a16="http://schemas.microsoft.com/office/drawing/2014/main" id="{1C79D75D-1604-BB44-B1C9-298036D703C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96264" y="798262"/>
            <a:ext cx="5204111" cy="1046579"/>
          </a:xfrm>
          <a:prstGeom prst="rect">
            <a:avLst/>
          </a:prstGeom>
        </p:spPr>
        <p:txBody>
          <a:bodyPr/>
          <a:lstStyle>
            <a:lvl1pPr>
              <a:defRPr sz="3200" b="1">
                <a:solidFill>
                  <a:srgbClr val="00C7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005221B5-9309-224F-87A9-A3D8D993843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176462" y="2005263"/>
            <a:ext cx="5213433" cy="3930399"/>
          </a:xfrm>
          <a:prstGeom prst="rect">
            <a:avLst/>
          </a:prstGeo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FDD66AF7-F6A9-AC40-9D50-9BAAC73B385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42951" y="757238"/>
            <a:ext cx="5243512" cy="5200650"/>
          </a:xfrm>
          <a:prstGeom prst="rect">
            <a:avLst/>
          </a:prstGeo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045044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in Content : Title + Dual Visual Da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FDD66AF7-F6A9-AC40-9D50-9BAAC73B385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42951" y="1885950"/>
            <a:ext cx="5100637" cy="4071938"/>
          </a:xfrm>
          <a:prstGeom prst="rect">
            <a:avLst/>
          </a:prstGeo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7">
            <a:extLst>
              <a:ext uri="{FF2B5EF4-FFF2-40B4-BE49-F238E27FC236}">
                <a16:creationId xmlns:a16="http://schemas.microsoft.com/office/drawing/2014/main" id="{AD4D50A4-B734-AD41-8654-79DC681E4E1B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57913" y="1885950"/>
            <a:ext cx="5372100" cy="4071938"/>
          </a:xfrm>
          <a:prstGeom prst="rect">
            <a:avLst/>
          </a:prstGeo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Title 10">
            <a:extLst>
              <a:ext uri="{FF2B5EF4-FFF2-40B4-BE49-F238E27FC236}">
                <a16:creationId xmlns:a16="http://schemas.microsoft.com/office/drawing/2014/main" id="{9ECF72A8-B638-3842-8B60-7DFC3C6C0C7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7990" y="798263"/>
            <a:ext cx="10728157" cy="725738"/>
          </a:xfrm>
          <a:prstGeom prst="rect">
            <a:avLst/>
          </a:prstGeom>
        </p:spPr>
        <p:txBody>
          <a:bodyPr/>
          <a:lstStyle>
            <a:lvl1pPr>
              <a:defRPr sz="3200" b="1">
                <a:solidFill>
                  <a:srgbClr val="00C7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60273210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Content (White Background)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959064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0.xml"/><Relationship Id="rId3" Type="http://schemas.openxmlformats.org/officeDocument/2006/relationships/slideLayout" Target="../slideLayouts/slideLayout5.xml"/><Relationship Id="rId7" Type="http://schemas.openxmlformats.org/officeDocument/2006/relationships/slideLayout" Target="../slideLayouts/slideLayout9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6" Type="http://schemas.openxmlformats.org/officeDocument/2006/relationships/slideLayout" Target="../slideLayouts/slideLayout8.xml"/><Relationship Id="rId11" Type="http://schemas.openxmlformats.org/officeDocument/2006/relationships/image" Target="../media/image3.jpeg"/><Relationship Id="rId5" Type="http://schemas.openxmlformats.org/officeDocument/2006/relationships/slideLayout" Target="../slideLayouts/slideLayout7.xml"/><Relationship Id="rId10" Type="http://schemas.openxmlformats.org/officeDocument/2006/relationships/theme" Target="../theme/theme3.xml"/><Relationship Id="rId4" Type="http://schemas.openxmlformats.org/officeDocument/2006/relationships/slideLayout" Target="../slideLayouts/slideLayout6.xml"/><Relationship Id="rId9" Type="http://schemas.openxmlformats.org/officeDocument/2006/relationships/slideLayout" Target="../slideLayouts/slideLayout11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theme" Target="../theme/theme4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3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817659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891707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1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582914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3" r:id="rId1"/>
    <p:sldLayoutId id="2147483692" r:id="rId2"/>
    <p:sldLayoutId id="2147483689" r:id="rId3"/>
    <p:sldLayoutId id="2147483693" r:id="rId4"/>
    <p:sldLayoutId id="2147483686" r:id="rId5"/>
    <p:sldLayoutId id="2147483687" r:id="rId6"/>
    <p:sldLayoutId id="2147483694" r:id="rId7"/>
    <p:sldLayoutId id="2147483688" r:id="rId8"/>
    <p:sldLayoutId id="2147483690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3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5196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>
            <a:alphaModFix amt="99857"/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805573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F9FE7F2-7594-C345-99E2-801E68C39CBF}"/>
              </a:ext>
            </a:extLst>
          </p:cNvPr>
          <p:cNvSpPr txBox="1"/>
          <p:nvPr/>
        </p:nvSpPr>
        <p:spPr>
          <a:xfrm>
            <a:off x="3925891" y="1396314"/>
            <a:ext cx="8011886" cy="280076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GB" sz="4400" b="1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ea typeface="Calibri Light" charset="0"/>
                <a:cs typeface="Arial" panose="020B0604020202020204" pitchFamily="34" charset="0"/>
              </a:rPr>
              <a:t>Developing, Testing, and Deploying SharePoint Framework Solutions with Success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3EEEF1E-D858-9C47-9A95-2D236BFD2F31}"/>
              </a:ext>
            </a:extLst>
          </p:cNvPr>
          <p:cNvSpPr txBox="1"/>
          <p:nvPr/>
        </p:nvSpPr>
        <p:spPr>
          <a:xfrm>
            <a:off x="3925891" y="4075545"/>
            <a:ext cx="8011886" cy="61555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GB" sz="3400" b="1">
                <a:solidFill>
                  <a:srgbClr val="00C700"/>
                </a:solidFill>
                <a:latin typeface="Arial" panose="020B0604020202020204" pitchFamily="34" charset="0"/>
                <a:ea typeface="Calibri" charset="0"/>
                <a:cs typeface="Arial" panose="020B0604020202020204" pitchFamily="34" charset="0"/>
              </a:rPr>
              <a:t>Peter Paul Kirschner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D3891A-AA58-D14F-909B-BF581581CD69}"/>
              </a:ext>
            </a:extLst>
          </p:cNvPr>
          <p:cNvSpPr txBox="1"/>
          <p:nvPr/>
        </p:nvSpPr>
        <p:spPr>
          <a:xfrm>
            <a:off x="3925891" y="4691671"/>
            <a:ext cx="8011886" cy="4616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GB" sz="2400">
                <a:solidFill>
                  <a:schemeClr val="bg2"/>
                </a:solidFill>
                <a:latin typeface="Arial" panose="020B0604020202020204" pitchFamily="34" charset="0"/>
                <a:ea typeface="Calibri" charset="0"/>
                <a:cs typeface="Arial" panose="020B0604020202020204" pitchFamily="34" charset="0"/>
              </a:rPr>
              <a:t>MVP - ACP CUBIDO Digital Solutions GmbH, Austria</a:t>
            </a:r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107F331A-088A-5E4B-ADDD-52C41D93C27C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1732130" y="1587834"/>
            <a:ext cx="1700881" cy="1700798"/>
          </a:xfrm>
          <a:prstGeom prst="rect">
            <a:avLst/>
          </a:prstGeom>
        </p:spPr>
        <p:txBody>
          <a:bodyPr/>
          <a:lstStyle/>
          <a:p>
            <a:endParaRPr lang="en-US" sz="21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5403A9-B327-DB69-7581-4459766A332E}"/>
              </a:ext>
            </a:extLst>
          </p:cNvPr>
          <p:cNvSpPr txBox="1"/>
          <p:nvPr/>
        </p:nvSpPr>
        <p:spPr>
          <a:xfrm>
            <a:off x="3925891" y="5153909"/>
            <a:ext cx="8011886" cy="61555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GB" sz="3400" b="1">
                <a:solidFill>
                  <a:srgbClr val="00C700"/>
                </a:solidFill>
                <a:latin typeface="Arial" panose="020B0604020202020204" pitchFamily="34" charset="0"/>
                <a:ea typeface="Calibri" charset="0"/>
                <a:cs typeface="Arial" panose="020B0604020202020204" pitchFamily="34" charset="0"/>
              </a:rPr>
              <a:t>Guido Zambarda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15758A2-F774-7B79-1EB4-087503B40E08}"/>
              </a:ext>
            </a:extLst>
          </p:cNvPr>
          <p:cNvSpPr txBox="1"/>
          <p:nvPr/>
        </p:nvSpPr>
        <p:spPr>
          <a:xfrm>
            <a:off x="3925891" y="5770035"/>
            <a:ext cx="8011886" cy="4616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GB" sz="2400">
                <a:solidFill>
                  <a:schemeClr val="bg2"/>
                </a:solidFill>
                <a:latin typeface="Arial" panose="020B0604020202020204" pitchFamily="34" charset="0"/>
                <a:ea typeface="Calibri" charset="0"/>
                <a:cs typeface="Arial" panose="020B0604020202020204" pitchFamily="34" charset="0"/>
              </a:rPr>
              <a:t>MVP – SSD </a:t>
            </a:r>
            <a:r>
              <a:rPr lang="en-GB" sz="2400" err="1">
                <a:solidFill>
                  <a:schemeClr val="bg2"/>
                </a:solidFill>
                <a:latin typeface="Arial" panose="020B0604020202020204" pitchFamily="34" charset="0"/>
                <a:ea typeface="Calibri" charset="0"/>
                <a:cs typeface="Arial" panose="020B0604020202020204" pitchFamily="34" charset="0"/>
              </a:rPr>
              <a:t>PiaSys.com</a:t>
            </a:r>
            <a:r>
              <a:rPr lang="en-GB" sz="2400">
                <a:solidFill>
                  <a:schemeClr val="bg2"/>
                </a:solidFill>
                <a:latin typeface="Arial" panose="020B0604020202020204" pitchFamily="34" charset="0"/>
                <a:ea typeface="Calibri" charset="0"/>
                <a:cs typeface="Arial" panose="020B0604020202020204" pitchFamily="34" charset="0"/>
              </a:rPr>
              <a:t>, Italy</a:t>
            </a:r>
          </a:p>
        </p:txBody>
      </p:sp>
    </p:spTree>
    <p:extLst>
      <p:ext uri="{BB962C8B-B14F-4D97-AF65-F5344CB8AC3E}">
        <p14:creationId xmlns:p14="http://schemas.microsoft.com/office/powerpoint/2010/main" val="3500467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448848D-FDC8-0E4A-A9A5-45DDD99E9CB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/>
              <a:t>Introduction</a:t>
            </a:r>
          </a:p>
          <a:p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&amp; steps performed</a:t>
            </a:r>
          </a:p>
        </p:txBody>
      </p:sp>
    </p:spTree>
    <p:extLst>
      <p:ext uri="{BB962C8B-B14F-4D97-AF65-F5344CB8AC3E}">
        <p14:creationId xmlns:p14="http://schemas.microsoft.com/office/powerpoint/2010/main" val="3912769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9E7A4B-103B-A243-ACCD-0C9FE7384C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What is our idea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B9935E-E93C-3340-8D3C-C7F133794DB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 lIns="91440" tIns="45720" rIns="91440" bIns="45720" anchor="t"/>
          <a:lstStyle/>
          <a:p>
            <a:r>
              <a:rPr lang="en-US" dirty="0">
                <a:latin typeface="Arial"/>
                <a:cs typeface="Arial"/>
              </a:rPr>
              <a:t>Company logics to manage customers</a:t>
            </a:r>
          </a:p>
          <a:p>
            <a:r>
              <a:rPr lang="en-US" dirty="0">
                <a:latin typeface="Arial"/>
                <a:cs typeface="Arial"/>
              </a:rPr>
              <a:t>The creation of new customer can trigger multiple workflows</a:t>
            </a:r>
          </a:p>
          <a:p>
            <a:r>
              <a:rPr lang="en-US" dirty="0">
                <a:latin typeface="Arial"/>
                <a:cs typeface="Arial"/>
              </a:rPr>
              <a:t>We're covering a small part of a bigger solution</a:t>
            </a:r>
          </a:p>
          <a:p>
            <a:r>
              <a:rPr lang="en-US" dirty="0">
                <a:latin typeface="Arial"/>
                <a:cs typeface="Arial"/>
              </a:rPr>
              <a:t>Create a form for new customer data</a:t>
            </a:r>
          </a:p>
          <a:p>
            <a:r>
              <a:rPr lang="en-US" dirty="0">
                <a:latin typeface="Arial"/>
                <a:cs typeface="Arial"/>
              </a:rPr>
              <a:t>Test it locally and on the cloud</a:t>
            </a:r>
          </a:p>
          <a:p>
            <a:r>
              <a:rPr lang="en-US" dirty="0">
                <a:latin typeface="Arial"/>
                <a:cs typeface="Arial"/>
              </a:rPr>
              <a:t>Automatically deploy the solution</a:t>
            </a:r>
          </a:p>
        </p:txBody>
      </p:sp>
    </p:spTree>
    <p:extLst>
      <p:ext uri="{BB962C8B-B14F-4D97-AF65-F5344CB8AC3E}">
        <p14:creationId xmlns:p14="http://schemas.microsoft.com/office/powerpoint/2010/main" val="14740784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4D2ED9-DED4-8CDE-7A7D-5DA88E0C2D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C510B7-7B6C-7C04-BE14-D15C362450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How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we</a:t>
            </a:r>
            <a:r>
              <a:rPr lang="it-IT" dirty="0"/>
              <a:t> </a:t>
            </a:r>
            <a:r>
              <a:rPr lang="it-IT" dirty="0" err="1"/>
              <a:t>implemented</a:t>
            </a:r>
            <a:r>
              <a:rPr lang="it-IT" dirty="0"/>
              <a:t> </a:t>
            </a:r>
            <a:r>
              <a:rPr lang="it-IT" dirty="0" err="1"/>
              <a:t>it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3D5292-781F-4013-B770-F8C38CE0F66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Creating a new SharePoint Framework (SPFx) web part.</a:t>
            </a:r>
          </a:p>
          <a:p>
            <a:r>
              <a:rPr lang="en-US" dirty="0"/>
              <a:t>Defining a form component.</a:t>
            </a:r>
          </a:p>
          <a:p>
            <a:r>
              <a:rPr lang="en-US" dirty="0"/>
              <a:t>Using tenant settings to define the environment</a:t>
            </a:r>
          </a:p>
          <a:p>
            <a:r>
              <a:rPr lang="en-US" dirty="0"/>
              <a:t>Testing locally with Jest.</a:t>
            </a:r>
          </a:p>
          <a:p>
            <a:r>
              <a:rPr lang="en-US" dirty="0"/>
              <a:t>UI testing with Playwright.</a:t>
            </a:r>
          </a:p>
          <a:p>
            <a:r>
              <a:rPr lang="en-US" dirty="0"/>
              <a:t>Configuring GitHub actions for CI/CD.</a:t>
            </a:r>
          </a:p>
        </p:txBody>
      </p:sp>
    </p:spTree>
    <p:extLst>
      <p:ext uri="{BB962C8B-B14F-4D97-AF65-F5344CB8AC3E}">
        <p14:creationId xmlns:p14="http://schemas.microsoft.com/office/powerpoint/2010/main" val="33715449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4F4A96-F857-4CDB-F623-980B6FE66A6B}"/>
              </a:ext>
            </a:extLst>
          </p:cNvPr>
          <p:cNvSpPr txBox="1">
            <a:spLocks/>
          </p:cNvSpPr>
          <p:nvPr/>
        </p:nvSpPr>
        <p:spPr>
          <a:xfrm>
            <a:off x="737938" y="1628799"/>
            <a:ext cx="10764252" cy="3857601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IT" sz="4800" b="1" dirty="0">
                <a:solidFill>
                  <a:srgbClr val="00C700"/>
                </a:solidFill>
                <a:latin typeface="Arial"/>
                <a:cs typeface="Arial"/>
              </a:rPr>
              <a:t>Let’s </a:t>
            </a:r>
            <a:r>
              <a:rPr lang="it-IT" sz="4800" b="1" dirty="0" err="1">
                <a:solidFill>
                  <a:srgbClr val="00C700"/>
                </a:solidFill>
                <a:latin typeface="Arial"/>
                <a:cs typeface="Arial"/>
              </a:rPr>
              <a:t>see</a:t>
            </a:r>
            <a:r>
              <a:rPr lang="it-IT" sz="4800" b="1" dirty="0">
                <a:solidFill>
                  <a:srgbClr val="00C700"/>
                </a:solidFill>
                <a:latin typeface="Arial"/>
                <a:cs typeface="Arial"/>
              </a:rPr>
              <a:t> the form</a:t>
            </a:r>
            <a:endParaRPr lang="en-IT" sz="4800" b="1" dirty="0">
              <a:solidFill>
                <a:srgbClr val="00C700"/>
              </a:solidFill>
              <a:latin typeface="Arial"/>
              <a:cs typeface="Arial"/>
            </a:endParaRP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A36E167-F344-34D1-1DB2-D4239A4429BB}"/>
              </a:ext>
            </a:extLst>
          </p:cNvPr>
          <p:cNvSpPr txBox="1">
            <a:spLocks/>
          </p:cNvSpPr>
          <p:nvPr/>
        </p:nvSpPr>
        <p:spPr>
          <a:xfrm>
            <a:off x="6209198" y="4788827"/>
            <a:ext cx="5445392" cy="849973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4800" b="1" kern="1200">
                <a:solidFill>
                  <a:srgbClr val="00C7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T" dirty="0">
                <a:latin typeface="Arial"/>
                <a:cs typeface="Arial"/>
              </a:rPr>
              <a:t>Yes, it's a demo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64944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E19C68-9386-19AE-105F-51B68DF92F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81D7CF-4862-7D2C-A698-CEFA40F5FE41}"/>
              </a:ext>
            </a:extLst>
          </p:cNvPr>
          <p:cNvSpPr txBox="1">
            <a:spLocks/>
          </p:cNvSpPr>
          <p:nvPr/>
        </p:nvSpPr>
        <p:spPr>
          <a:xfrm>
            <a:off x="737938" y="1628799"/>
            <a:ext cx="10764252" cy="3857601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IT" sz="4800" b="1" dirty="0">
                <a:solidFill>
                  <a:srgbClr val="00C700"/>
                </a:solidFill>
                <a:latin typeface="Arial"/>
                <a:cs typeface="Arial"/>
              </a:rPr>
              <a:t>Let’s explore the solution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94934B45-769D-EB84-1026-D9DC4BBEDA19}"/>
              </a:ext>
            </a:extLst>
          </p:cNvPr>
          <p:cNvSpPr txBox="1">
            <a:spLocks/>
          </p:cNvSpPr>
          <p:nvPr/>
        </p:nvSpPr>
        <p:spPr>
          <a:xfrm>
            <a:off x="6209198" y="4788827"/>
            <a:ext cx="5445392" cy="849973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4800" b="1" kern="1200">
                <a:solidFill>
                  <a:srgbClr val="00C7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T" dirty="0">
                <a:latin typeface="Arial"/>
                <a:cs typeface="Arial"/>
              </a:rPr>
              <a:t>Yes, it's a demo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40440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CA8928-DC41-C286-8D29-AFC735173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4A2362-EEF6-1C5E-1772-6ADAB0E91E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Unit testing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149FAB-55B3-49C9-2348-F2E0A02006F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Is the practice of testing individual, isolated units or components of software, such as a function or method, to verify they work correctly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TLDR: check that the components works as expected</a:t>
            </a:r>
          </a:p>
        </p:txBody>
      </p:sp>
    </p:spTree>
    <p:extLst>
      <p:ext uri="{BB962C8B-B14F-4D97-AF65-F5344CB8AC3E}">
        <p14:creationId xmlns:p14="http://schemas.microsoft.com/office/powerpoint/2010/main" val="29400730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AFBFED-6FAE-6C24-CEF0-20129CB451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96C119-CC06-C306-4CB9-E960002CC49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 lIns="91440" tIns="45720" rIns="91440" bIns="45720" anchor="t"/>
          <a:lstStyle/>
          <a:p>
            <a:r>
              <a:rPr lang="en-IT" dirty="0">
                <a:latin typeface="Arial"/>
                <a:cs typeface="Arial"/>
              </a:rPr>
              <a:t>Unit testing</a:t>
            </a:r>
            <a:endParaRPr lang="en-US"/>
          </a:p>
          <a:p>
            <a:r>
              <a:rPr lang="en-US">
                <a:latin typeface="Arial"/>
                <a:cs typeface="Arial"/>
              </a:rPr>
              <a:t>Business logic</a:t>
            </a:r>
            <a:endParaRPr lang="en-US" dirty="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CD4ED05C-D796-6842-5DCE-FF0250A5A793}"/>
              </a:ext>
            </a:extLst>
          </p:cNvPr>
          <p:cNvSpPr txBox="1">
            <a:spLocks/>
          </p:cNvSpPr>
          <p:nvPr/>
        </p:nvSpPr>
        <p:spPr>
          <a:xfrm>
            <a:off x="6209198" y="4788827"/>
            <a:ext cx="5445392" cy="849973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4800" b="1" kern="1200">
                <a:solidFill>
                  <a:srgbClr val="00C7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1B12BF3B-4688-0992-8EB8-D4AAABCB7FCE}"/>
              </a:ext>
            </a:extLst>
          </p:cNvPr>
          <p:cNvSpPr txBox="1">
            <a:spLocks/>
          </p:cNvSpPr>
          <p:nvPr/>
        </p:nvSpPr>
        <p:spPr>
          <a:xfrm>
            <a:off x="6361598" y="4941227"/>
            <a:ext cx="5445392" cy="849973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4800" b="1" kern="1200">
                <a:solidFill>
                  <a:srgbClr val="00C7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T" dirty="0">
                <a:latin typeface="Arial"/>
                <a:cs typeface="Arial"/>
              </a:rPr>
              <a:t>Yes, it's a demo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76339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76CDC-12C3-FE89-F28E-DD3487417D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08459-1448-6041-0B69-B1D8948328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e2e testing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4A7405-B080-B53A-674D-D0CECDA26E6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Is the process of verifying that an application's user interface (UI) works correctly, is functional, and is user-friendly by testing the visual elements users interact with directly.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TLDR: check that the UI works as expected.</a:t>
            </a:r>
          </a:p>
        </p:txBody>
      </p:sp>
    </p:spTree>
    <p:extLst>
      <p:ext uri="{BB962C8B-B14F-4D97-AF65-F5344CB8AC3E}">
        <p14:creationId xmlns:p14="http://schemas.microsoft.com/office/powerpoint/2010/main" val="21638640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6AA263-EDC0-82B9-0839-92AF21ACE1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BA97D0-9053-786F-6374-AD269EB1377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 lIns="91440" tIns="45720" rIns="91440" bIns="45720" anchor="t"/>
          <a:lstStyle/>
          <a:p>
            <a:r>
              <a:rPr lang="it-IT" dirty="0">
                <a:latin typeface="Arial"/>
                <a:cs typeface="Arial"/>
              </a:rPr>
              <a:t>e2e</a:t>
            </a:r>
            <a:r>
              <a:rPr lang="en-IT" dirty="0">
                <a:latin typeface="Arial"/>
                <a:cs typeface="Arial"/>
              </a:rPr>
              <a:t> testing</a:t>
            </a:r>
            <a:endParaRPr lang="en-US" dirty="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BDFF9A42-A75A-359A-8534-541E28FE0BB2}"/>
              </a:ext>
            </a:extLst>
          </p:cNvPr>
          <p:cNvSpPr txBox="1">
            <a:spLocks/>
          </p:cNvSpPr>
          <p:nvPr/>
        </p:nvSpPr>
        <p:spPr>
          <a:xfrm>
            <a:off x="6209198" y="4788827"/>
            <a:ext cx="5445392" cy="849973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4800" b="1" kern="1200">
                <a:solidFill>
                  <a:srgbClr val="00C7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AFAEDE67-5200-687D-2622-25016CB5F05D}"/>
              </a:ext>
            </a:extLst>
          </p:cNvPr>
          <p:cNvSpPr txBox="1">
            <a:spLocks/>
          </p:cNvSpPr>
          <p:nvPr/>
        </p:nvSpPr>
        <p:spPr>
          <a:xfrm>
            <a:off x="6361598" y="4941227"/>
            <a:ext cx="5445392" cy="849973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4800" b="1" kern="1200">
                <a:solidFill>
                  <a:srgbClr val="00C7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T" dirty="0">
                <a:latin typeface="Arial"/>
                <a:cs typeface="Arial"/>
              </a:rPr>
              <a:t>Yes, it's a demo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98398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E4B5D9-5582-E31F-E09B-A0D944701E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445406-0C9C-89FA-D944-F614C18612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GitHub actions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7FF6F7-DE87-FBDB-FB0A-EBD0FB90127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Is the continuous integration and continuous delivery (CI/CD) platform that allows you to automate your build, test, and deployment pipeline.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TLDR: performs </a:t>
            </a:r>
            <a:r>
              <a:rPr lang="en-US"/>
              <a:t>automated operations.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6206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25CA65-1D1C-35F6-4B69-B4B4CDBAD3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BECF586-6BE8-1AC6-199B-62FA7165E69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 lIns="91440" tIns="45720" rIns="91440" bIns="45720" anchor="t"/>
          <a:lstStyle/>
          <a:p>
            <a:r>
              <a:rPr lang="it-IT" dirty="0">
                <a:latin typeface="Arial"/>
                <a:cs typeface="Arial"/>
              </a:rPr>
              <a:t>GitHub actions</a:t>
            </a:r>
            <a:endParaRPr lang="en-US" dirty="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95F1B786-C01A-BE7F-9011-8CBAD5E4392D}"/>
              </a:ext>
            </a:extLst>
          </p:cNvPr>
          <p:cNvSpPr txBox="1">
            <a:spLocks/>
          </p:cNvSpPr>
          <p:nvPr/>
        </p:nvSpPr>
        <p:spPr>
          <a:xfrm>
            <a:off x="6209198" y="4788827"/>
            <a:ext cx="5445392" cy="849973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4800" b="1" kern="1200">
                <a:solidFill>
                  <a:srgbClr val="00C7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8B8C9911-1E1C-2726-C60C-26A1C8978B2B}"/>
              </a:ext>
            </a:extLst>
          </p:cNvPr>
          <p:cNvSpPr txBox="1">
            <a:spLocks/>
          </p:cNvSpPr>
          <p:nvPr/>
        </p:nvSpPr>
        <p:spPr>
          <a:xfrm>
            <a:off x="6361598" y="4941227"/>
            <a:ext cx="5445392" cy="849973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4800" b="1" kern="1200">
                <a:solidFill>
                  <a:srgbClr val="00C7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T" dirty="0">
                <a:latin typeface="Arial"/>
                <a:cs typeface="Arial"/>
              </a:rPr>
              <a:t>Yes, it's a demo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14110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A2CE1B-F6E2-198E-985A-632C62E790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3D9FABE-D2EB-8F44-635D-A8EC1D6FBFF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 lIns="91440" tIns="45720" rIns="91440" bIns="45720" anchor="t"/>
          <a:lstStyle/>
          <a:p>
            <a:r>
              <a:rPr lang="it-IT" dirty="0" err="1">
                <a:latin typeface="Arial"/>
                <a:cs typeface="Arial"/>
              </a:rPr>
              <a:t>Now</a:t>
            </a:r>
            <a:r>
              <a:rPr lang="it-IT" dirty="0">
                <a:latin typeface="Arial"/>
                <a:cs typeface="Arial"/>
              </a:rPr>
              <a:t>, </a:t>
            </a:r>
            <a:r>
              <a:rPr lang="it-IT" dirty="0" err="1">
                <a:latin typeface="Arial"/>
                <a:cs typeface="Arial"/>
              </a:rPr>
              <a:t>let’s</a:t>
            </a:r>
            <a:r>
              <a:rPr lang="it-IT" dirty="0">
                <a:latin typeface="Arial"/>
                <a:cs typeface="Arial"/>
              </a:rPr>
              <a:t> make a </a:t>
            </a:r>
            <a:r>
              <a:rPr lang="it-IT" dirty="0" err="1">
                <a:latin typeface="Arial"/>
                <a:cs typeface="Arial"/>
              </a:rPr>
              <a:t>change</a:t>
            </a:r>
            <a:r>
              <a:rPr lang="it-IT" dirty="0">
                <a:latin typeface="Arial"/>
                <a:cs typeface="Arial"/>
              </a:rPr>
              <a:t>!</a:t>
            </a:r>
            <a:endParaRPr lang="en-US" dirty="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E8ECC6AD-9B07-D75E-274D-44FA4966A596}"/>
              </a:ext>
            </a:extLst>
          </p:cNvPr>
          <p:cNvSpPr txBox="1">
            <a:spLocks/>
          </p:cNvSpPr>
          <p:nvPr/>
        </p:nvSpPr>
        <p:spPr>
          <a:xfrm>
            <a:off x="6209198" y="4788827"/>
            <a:ext cx="5445392" cy="849973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4800" b="1" kern="1200">
                <a:solidFill>
                  <a:srgbClr val="00C7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3A78386B-8BE4-FA7F-8A45-0993259E0E50}"/>
              </a:ext>
            </a:extLst>
          </p:cNvPr>
          <p:cNvSpPr txBox="1">
            <a:spLocks/>
          </p:cNvSpPr>
          <p:nvPr/>
        </p:nvSpPr>
        <p:spPr>
          <a:xfrm>
            <a:off x="6361598" y="4941227"/>
            <a:ext cx="5445392" cy="849973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4800" b="1" kern="1200">
                <a:solidFill>
                  <a:srgbClr val="00C7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T" dirty="0">
                <a:latin typeface="Arial"/>
                <a:cs typeface="Arial"/>
              </a:rPr>
              <a:t>Yes, it's a demo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18954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29D93A-FF1F-07BE-E2B1-CEFF9961C4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174F43-E0B4-56F1-2F81-F8EFE350D1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Wrap up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6E963AE-86A9-5F86-F5CF-9F8D521A83D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 lIns="91440" tIns="45720" rIns="91440" bIns="45720" anchor="t"/>
          <a:lstStyle/>
          <a:p>
            <a:pPr marL="0" indent="0">
              <a:buNone/>
            </a:pPr>
            <a:r>
              <a:rPr lang="it-IT" dirty="0">
                <a:latin typeface="Arial"/>
                <a:cs typeface="Arial"/>
              </a:rPr>
              <a:t>Public repo:</a:t>
            </a:r>
          </a:p>
          <a:p>
            <a:pPr marL="0" indent="0">
              <a:buNone/>
            </a:pPr>
            <a:r>
              <a:rPr lang="en-IT" dirty="0">
                <a:latin typeface="Arial"/>
                <a:cs typeface="Arial"/>
              </a:rPr>
              <a:t>https://github.com/GuidoZam/espc-spfx-session-demo</a:t>
            </a:r>
            <a:endParaRPr lang="en-US" dirty="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53892A0E-7D53-9CB6-071B-6FAC1E608FD5}"/>
              </a:ext>
            </a:extLst>
          </p:cNvPr>
          <p:cNvSpPr txBox="1">
            <a:spLocks/>
          </p:cNvSpPr>
          <p:nvPr/>
        </p:nvSpPr>
        <p:spPr>
          <a:xfrm>
            <a:off x="6209198" y="4788827"/>
            <a:ext cx="5445392" cy="849973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4800" b="1" kern="1200">
                <a:solidFill>
                  <a:srgbClr val="00C7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2BC3B9F-7E7B-E6C8-9727-3F09D8C910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1560" y="2973771"/>
            <a:ext cx="2665029" cy="26650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89217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65889743"/>
      </p:ext>
    </p:extLst>
  </p:cSld>
  <p:clrMapOvr>
    <a:masterClrMapping/>
  </p:clrMapOvr>
</p:sld>
</file>

<file path=ppt/theme/theme1.xml><?xml version="1.0" encoding="utf-8"?>
<a:theme xmlns:a="http://schemas.openxmlformats.org/drawingml/2006/main" name="Splash Scree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itle Slid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Main Content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 anchor="t">
        <a:spAutoFit/>
      </a:bodyPr>
      <a:lstStyle>
        <a:defPPr algn="l">
          <a:defRPr sz="2400" dirty="0">
            <a:latin typeface="Calibri Light" charset="0"/>
            <a:ea typeface="Calibri Light" charset="0"/>
            <a:cs typeface="Calibri Light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End Scree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1b3b1065-ae42-4d8a-aa8c-0a73a17faba8" xsi:nil="true"/>
    <lcf76f155ced4ddcb4097134ff3c332f xmlns="221fbb9a-23db-4311-a69c-34622b264696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051F54D7AD26C459333D1AFF09839BE" ma:contentTypeVersion="14" ma:contentTypeDescription="Create a new document." ma:contentTypeScope="" ma:versionID="360607d15cd3ba6bc1b1206b5ab58707">
  <xsd:schema xmlns:xsd="http://www.w3.org/2001/XMLSchema" xmlns:xs="http://www.w3.org/2001/XMLSchema" xmlns:p="http://schemas.microsoft.com/office/2006/metadata/properties" xmlns:ns2="221fbb9a-23db-4311-a69c-34622b264696" xmlns:ns3="1b3b1065-ae42-4d8a-aa8c-0a73a17faba8" targetNamespace="http://schemas.microsoft.com/office/2006/metadata/properties" ma:root="true" ma:fieldsID="418f801ce3daba7e05e8e0f00fba8a3d" ns2:_="" ns3:_="">
    <xsd:import namespace="221fbb9a-23db-4311-a69c-34622b264696"/>
    <xsd:import namespace="1b3b1065-ae42-4d8a-aa8c-0a73a17faba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21fbb9a-23db-4311-a69c-34622b26469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cd530a17-84a2-4d03-b447-f9955f42fe7f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19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b3b1065-ae42-4d8a-aa8c-0a73a17faba8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b72881c0-9f09-48c0-b71c-fddfa2680fd3}" ma:internalName="TaxCatchAll" ma:showField="CatchAllData" ma:web="1b3b1065-ae42-4d8a-aa8c-0a73a17faba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D05C0892-D583-430B-AD43-D1A4EB1EE043}">
  <ds:schemaRefs>
    <ds:schemaRef ds:uri="1b3b1065-ae42-4d8a-aa8c-0a73a17faba8"/>
    <ds:schemaRef ds:uri="221fbb9a-23db-4311-a69c-34622b264696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B6782FBD-C4AD-49F1-B11B-703DF9FAD87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29BB492-93BB-4EF4-B08B-18E3BC9C8765}">
  <ds:schemaRefs>
    <ds:schemaRef ds:uri="1b3b1065-ae42-4d8a-aa8c-0a73a17faba8"/>
    <ds:schemaRef ds:uri="221fbb9a-23db-4311-a69c-34622b264696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4038</TotalTime>
  <Words>794</Words>
  <Application>Microsoft Macintosh PowerPoint</Application>
  <PresentationFormat>Widescreen</PresentationFormat>
  <Paragraphs>117</Paragraphs>
  <Slides>16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Arial</vt:lpstr>
      <vt:lpstr>Calibri</vt:lpstr>
      <vt:lpstr>Splash Screen</vt:lpstr>
      <vt:lpstr>Title Slide</vt:lpstr>
      <vt:lpstr>Main Content</vt:lpstr>
      <vt:lpstr>End Screen</vt:lpstr>
      <vt:lpstr>PowerPoint Presentation</vt:lpstr>
      <vt:lpstr>PowerPoint Presentation</vt:lpstr>
      <vt:lpstr>PowerPoint Presentation</vt:lpstr>
      <vt:lpstr>What is our idea</vt:lpstr>
      <vt:lpstr>How we implemented it</vt:lpstr>
      <vt:lpstr>PowerPoint Presentation</vt:lpstr>
      <vt:lpstr>PowerPoint Presentation</vt:lpstr>
      <vt:lpstr>Unit testing</vt:lpstr>
      <vt:lpstr>PowerPoint Presentation</vt:lpstr>
      <vt:lpstr>e2e testing</vt:lpstr>
      <vt:lpstr>PowerPoint Presentation</vt:lpstr>
      <vt:lpstr>GitHub actions</vt:lpstr>
      <vt:lpstr>PowerPoint Presentation</vt:lpstr>
      <vt:lpstr>PowerPoint Presentation</vt:lpstr>
      <vt:lpstr>Wrap up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SharePoint Europe Systems</dc:creator>
  <cp:lastModifiedBy>Guido Zambarda</cp:lastModifiedBy>
  <cp:revision>104</cp:revision>
  <dcterms:created xsi:type="dcterms:W3CDTF">2016-06-21T09:22:52Z</dcterms:created>
  <dcterms:modified xsi:type="dcterms:W3CDTF">2025-11-22T14:02:14Z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0x010100A051F54D7AD26C459333D1AFF09839BE</vt:lpwstr>
  </property>
  <property fmtid="{D5CDD505-2E9C-101B-9397-08002B2CF9AE}" pid="3" name="MediaServiceImageTags">
    <vt:lpwstr/>
  </property>
</Properties>
</file>