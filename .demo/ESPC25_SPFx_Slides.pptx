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webextensions/webextension2.xml" ContentType="application/vnd.ms-office.webextension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webextensions/webextension3.xml" ContentType="application/vnd.ms-office.webextension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webextensions/webextension4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5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5"/>
  </p:notesMasterIdLst>
  <p:sldIdLst>
    <p:sldId id="256" r:id="rId8"/>
    <p:sldId id="258" r:id="rId9"/>
    <p:sldId id="267" r:id="rId10"/>
    <p:sldId id="261" r:id="rId11"/>
    <p:sldId id="274" r:id="rId12"/>
    <p:sldId id="285" r:id="rId13"/>
    <p:sldId id="278" r:id="rId14"/>
    <p:sldId id="275" r:id="rId15"/>
    <p:sldId id="279" r:id="rId16"/>
    <p:sldId id="276" r:id="rId17"/>
    <p:sldId id="280" r:id="rId18"/>
    <p:sldId id="277" r:id="rId19"/>
    <p:sldId id="282" r:id="rId20"/>
    <p:sldId id="283" r:id="rId21"/>
    <p:sldId id="284" r:id="rId22"/>
    <p:sldId id="281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y Glasheen" initials="RG" lastIdx="1" clrIdx="0">
    <p:extLst>
      <p:ext uri="{19B8F6BF-5375-455C-9EA6-DF929625EA0E}">
        <p15:presenceInfo xmlns:p15="http://schemas.microsoft.com/office/powerpoint/2012/main" userId="S::rglasheen@brightwork.com::785f7a1a-8d11-4bab-9525-84d3cd0677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700"/>
    <a:srgbClr val="FFC300"/>
    <a:srgbClr val="FF4713"/>
    <a:srgbClr val="D0DBFF"/>
    <a:srgbClr val="002B49"/>
    <a:srgbClr val="FF4D00"/>
    <a:srgbClr val="00E2FF"/>
    <a:srgbClr val="00F69B"/>
    <a:srgbClr val="8533A1"/>
    <a:srgbClr val="B2A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56202-A4CB-486B-9FC2-4732B3100DB0}" v="52" dt="2025-11-19T16:33:16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do Zambarda" userId="S::guido.zambarda@pialorsi-sistemi.it::a7cb2718-97c5-47ba-9f67-af13f1621b1f" providerId="AD" clId="Web-{BD003442-3404-14AA-036D-A5F3D81CF0B2}"/>
    <pc:docChg chg="addSld modSld">
      <pc:chgData name="Guido Zambarda" userId="S::guido.zambarda@pialorsi-sistemi.it::a7cb2718-97c5-47ba-9f67-af13f1621b1f" providerId="AD" clId="Web-{BD003442-3404-14AA-036D-A5F3D81CF0B2}" dt="2025-10-26T12:31:01.175" v="224"/>
      <pc:docMkLst>
        <pc:docMk/>
      </pc:docMkLst>
      <pc:sldChg chg="delSp">
        <pc:chgData name="Guido Zambarda" userId="S::guido.zambarda@pialorsi-sistemi.it::a7cb2718-97c5-47ba-9f67-af13f1621b1f" providerId="AD" clId="Web-{BD003442-3404-14AA-036D-A5F3D81CF0B2}" dt="2025-10-26T12:03:19.178" v="4"/>
        <pc:sldMkLst>
          <pc:docMk/>
          <pc:sldMk cId="1510906715" sldId="268"/>
        </pc:sldMkLst>
      </pc:sldChg>
      <pc:sldChg chg="delSp">
        <pc:chgData name="Guido Zambarda" userId="S::guido.zambarda@pialorsi-sistemi.it::a7cb2718-97c5-47ba-9f67-af13f1621b1f" providerId="AD" clId="Web-{BD003442-3404-14AA-036D-A5F3D81CF0B2}" dt="2025-10-26T12:02:53.990" v="1"/>
        <pc:sldMkLst>
          <pc:docMk/>
          <pc:sldMk cId="1577633904" sldId="275"/>
        </pc:sldMkLst>
      </pc:sldChg>
      <pc:sldChg chg="delSp">
        <pc:chgData name="Guido Zambarda" userId="S::guido.zambarda@pialorsi-sistemi.it::a7cb2718-97c5-47ba-9f67-af13f1621b1f" providerId="AD" clId="Web-{BD003442-3404-14AA-036D-A5F3D81CF0B2}" dt="2025-10-26T12:02:54.037" v="3"/>
        <pc:sldMkLst>
          <pc:docMk/>
          <pc:sldMk cId="1979839893" sldId="276"/>
        </pc:sldMkLst>
      </pc:sldChg>
      <pc:sldChg chg="modSp add replId modNotes">
        <pc:chgData name="Guido Zambarda" userId="S::guido.zambarda@pialorsi-sistemi.it::a7cb2718-97c5-47ba-9f67-af13f1621b1f" providerId="AD" clId="Web-{BD003442-3404-14AA-036D-A5F3D81CF0B2}" dt="2025-10-26T12:31:01.175" v="224"/>
        <pc:sldMkLst>
          <pc:docMk/>
          <pc:sldMk cId="1791411079" sldId="277"/>
        </pc:sldMkLst>
        <pc:spChg chg="mod">
          <ac:chgData name="Guido Zambarda" userId="S::guido.zambarda@pialorsi-sistemi.it::a7cb2718-97c5-47ba-9f67-af13f1621b1f" providerId="AD" clId="Web-{BD003442-3404-14AA-036D-A5F3D81CF0B2}" dt="2025-10-26T12:21:21.679" v="7" actId="20577"/>
          <ac:spMkLst>
            <pc:docMk/>
            <pc:sldMk cId="1791411079" sldId="277"/>
            <ac:spMk id="4" creationId="{9BECF586-6BE8-1AC6-199B-62FA7165E697}"/>
          </ac:spMkLst>
        </pc:spChg>
      </pc:sldChg>
    </pc:docChg>
  </pc:docChgLst>
  <pc:docChgLst>
    <pc:chgData name="Guido Zambarda" userId="a7cb2718-97c5-47ba-9f67-af13f1621b1f" providerId="ADAL" clId="{1245DFA2-3570-4870-AE56-76A7D1F945EE}"/>
    <pc:docChg chg="custSel addSld delSld modSld">
      <pc:chgData name="Guido Zambarda" userId="a7cb2718-97c5-47ba-9f67-af13f1621b1f" providerId="ADAL" clId="{1245DFA2-3570-4870-AE56-76A7D1F945EE}" dt="2025-11-19T16:33:42.192" v="138" actId="108"/>
      <pc:docMkLst>
        <pc:docMk/>
      </pc:docMkLst>
      <pc:sldChg chg="addSp delSp mod">
        <pc:chgData name="Guido Zambarda" userId="a7cb2718-97c5-47ba-9f67-af13f1621b1f" providerId="ADAL" clId="{1245DFA2-3570-4870-AE56-76A7D1F945EE}" dt="2025-11-19T15:21:34.707" v="1" actId="478"/>
        <pc:sldMkLst>
          <pc:docMk/>
          <pc:sldMk cId="1474078492" sldId="261"/>
        </pc:sldMkLst>
        <pc:graphicFrameChg chg="add del">
          <ac:chgData name="Guido Zambarda" userId="a7cb2718-97c5-47ba-9f67-af13f1621b1f" providerId="ADAL" clId="{1245DFA2-3570-4870-AE56-76A7D1F945EE}" dt="2025-11-19T15:21:34.707" v="1" actId="478"/>
          <ac:graphicFrameMkLst>
            <pc:docMk/>
            <pc:sldMk cId="1474078492" sldId="261"/>
            <ac:graphicFrameMk id="4" creationId="{76C81FBA-A2DC-62BB-B5E2-80362E184A15}"/>
          </ac:graphicFrameMkLst>
        </pc:graphicFrameChg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1157289511" sldId="262"/>
        </pc:sldMkLst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3326974690" sldId="263"/>
        </pc:sldMkLst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3577289732" sldId="264"/>
        </pc:sldMkLst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2735981974" sldId="265"/>
        </pc:sldMkLst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998035033" sldId="266"/>
        </pc:sldMkLst>
      </pc:sldChg>
      <pc:sldChg chg="addSp delSp modSp del mod">
        <pc:chgData name="Guido Zambarda" userId="a7cb2718-97c5-47ba-9f67-af13f1621b1f" providerId="ADAL" clId="{1245DFA2-3570-4870-AE56-76A7D1F945EE}" dt="2025-11-19T16:33:08.113" v="134" actId="2696"/>
        <pc:sldMkLst>
          <pc:docMk/>
          <pc:sldMk cId="1510906715" sldId="268"/>
        </pc:sldMkLst>
        <pc:graphicFrameChg chg="add del mod">
          <ac:chgData name="Guido Zambarda" userId="a7cb2718-97c5-47ba-9f67-af13f1621b1f" providerId="ADAL" clId="{1245DFA2-3570-4870-AE56-76A7D1F945EE}" dt="2025-11-19T15:33:47.802" v="23" actId="478"/>
          <ac:graphicFrameMkLst>
            <pc:docMk/>
            <pc:sldMk cId="1510906715" sldId="268"/>
            <ac:graphicFrameMk id="2" creationId="{A9853F09-905D-6BDE-699C-648878F26910}"/>
          </ac:graphicFrameMkLst>
        </pc:graphicFrameChg>
        <pc:graphicFrameChg chg="add del">
          <ac:chgData name="Guido Zambarda" userId="a7cb2718-97c5-47ba-9f67-af13f1621b1f" providerId="ADAL" clId="{1245DFA2-3570-4870-AE56-76A7D1F945EE}" dt="2025-11-19T16:05:30.001" v="104" actId="478"/>
          <ac:graphicFrameMkLst>
            <pc:docMk/>
            <pc:sldMk cId="1510906715" sldId="268"/>
            <ac:graphicFrameMk id="3" creationId="{9A86B3A5-6027-5651-B8E0-487B8520E095}"/>
          </ac:graphicFrameMkLst>
        </pc:graphicFrameChg>
        <pc:graphicFrameChg chg="add del">
          <ac:chgData name="Guido Zambarda" userId="a7cb2718-97c5-47ba-9f67-af13f1621b1f" providerId="ADAL" clId="{1245DFA2-3570-4870-AE56-76A7D1F945EE}" dt="2025-11-19T16:26:22.957" v="132" actId="478"/>
          <ac:graphicFrameMkLst>
            <pc:docMk/>
            <pc:sldMk cId="1510906715" sldId="268"/>
            <ac:graphicFrameMk id="5" creationId="{A5119E83-570E-7AB5-C02A-CC646229BFF4}"/>
          </ac:graphicFrameMkLst>
        </pc:graphicFrameChg>
        <pc:graphicFrameChg chg="del mod">
          <ac:chgData name="Guido Zambarda" userId="a7cb2718-97c5-47ba-9f67-af13f1621b1f" providerId="ADAL" clId="{1245DFA2-3570-4870-AE56-76A7D1F945EE}" dt="2025-11-19T15:22:06.660" v="4" actId="478"/>
          <ac:graphicFrameMkLst>
            <pc:docMk/>
            <pc:sldMk cId="1510906715" sldId="268"/>
            <ac:graphicFrameMk id="7" creationId="{5EE54CCA-E5D9-A97C-5E1C-DFBE7D7443CB}"/>
          </ac:graphicFrameMkLst>
        </pc:graphicFrameChg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2444015328" sldId="269"/>
        </pc:sldMkLst>
      </pc:sldChg>
      <pc:sldChg chg="del">
        <pc:chgData name="Guido Zambarda" userId="a7cb2718-97c5-47ba-9f67-af13f1621b1f" providerId="ADAL" clId="{1245DFA2-3570-4870-AE56-76A7D1F945EE}" dt="2025-11-19T15:57:07.734" v="102" actId="47"/>
        <pc:sldMkLst>
          <pc:docMk/>
          <pc:sldMk cId="656950007" sldId="270"/>
        </pc:sldMkLst>
      </pc:sldChg>
      <pc:sldChg chg="modSp mod">
        <pc:chgData name="Guido Zambarda" userId="a7cb2718-97c5-47ba-9f67-af13f1621b1f" providerId="ADAL" clId="{1245DFA2-3570-4870-AE56-76A7D1F945EE}" dt="2025-11-19T16:08:43.029" v="129" actId="20577"/>
        <pc:sldMkLst>
          <pc:docMk/>
          <pc:sldMk cId="3371544980" sldId="274"/>
        </pc:sldMkLst>
        <pc:spChg chg="mod">
          <ac:chgData name="Guido Zambarda" userId="a7cb2718-97c5-47ba-9f67-af13f1621b1f" providerId="ADAL" clId="{1245DFA2-3570-4870-AE56-76A7D1F945EE}" dt="2025-11-19T16:08:43.029" v="129" actId="20577"/>
          <ac:spMkLst>
            <pc:docMk/>
            <pc:sldMk cId="3371544980" sldId="274"/>
            <ac:spMk id="2" creationId="{6FC510B7-7B6C-7C04-BE14-D15C362450EF}"/>
          </ac:spMkLst>
        </pc:spChg>
      </pc:sldChg>
      <pc:sldChg chg="addSp delSp modSp mod">
        <pc:chgData name="Guido Zambarda" userId="a7cb2718-97c5-47ba-9f67-af13f1621b1f" providerId="ADAL" clId="{1245DFA2-3570-4870-AE56-76A7D1F945EE}" dt="2025-11-19T15:34:37.838" v="25" actId="478"/>
        <pc:sldMkLst>
          <pc:docMk/>
          <pc:sldMk cId="1577633904" sldId="275"/>
        </pc:sldMkLst>
        <pc:graphicFrameChg chg="add del mod">
          <ac:chgData name="Guido Zambarda" userId="a7cb2718-97c5-47ba-9f67-af13f1621b1f" providerId="ADAL" clId="{1245DFA2-3570-4870-AE56-76A7D1F945EE}" dt="2025-11-19T15:34:37.838" v="25" actId="478"/>
          <ac:graphicFrameMkLst>
            <pc:docMk/>
            <pc:sldMk cId="1577633904" sldId="275"/>
            <ac:graphicFrameMk id="2" creationId="{582D6187-CA4D-DF40-3A98-6EC99CF9A8BA}"/>
          </ac:graphicFrameMkLst>
        </pc:graphicFrameChg>
      </pc:sldChg>
      <pc:sldChg chg="modSp mod">
        <pc:chgData name="Guido Zambarda" userId="a7cb2718-97c5-47ba-9f67-af13f1621b1f" providerId="ADAL" clId="{1245DFA2-3570-4870-AE56-76A7D1F945EE}" dt="2025-11-19T15:40:53.578" v="41" actId="20577"/>
        <pc:sldMkLst>
          <pc:docMk/>
          <pc:sldMk cId="1979839893" sldId="276"/>
        </pc:sldMkLst>
        <pc:spChg chg="mod">
          <ac:chgData name="Guido Zambarda" userId="a7cb2718-97c5-47ba-9f67-af13f1621b1f" providerId="ADAL" clId="{1245DFA2-3570-4870-AE56-76A7D1F945EE}" dt="2025-11-19T15:40:53.578" v="41" actId="20577"/>
          <ac:spMkLst>
            <pc:docMk/>
            <pc:sldMk cId="1979839893" sldId="276"/>
            <ac:spMk id="4" creationId="{0CBA97D0-9053-786F-6374-AD269EB13774}"/>
          </ac:spMkLst>
        </pc:spChg>
      </pc:sldChg>
      <pc:sldChg chg="modSp mod">
        <pc:chgData name="Guido Zambarda" userId="a7cb2718-97c5-47ba-9f67-af13f1621b1f" providerId="ADAL" clId="{1245DFA2-3570-4870-AE56-76A7D1F945EE}" dt="2025-11-19T15:46:10.299" v="62" actId="20577"/>
        <pc:sldMkLst>
          <pc:docMk/>
          <pc:sldMk cId="1791411079" sldId="277"/>
        </pc:sldMkLst>
        <pc:spChg chg="mod">
          <ac:chgData name="Guido Zambarda" userId="a7cb2718-97c5-47ba-9f67-af13f1621b1f" providerId="ADAL" clId="{1245DFA2-3570-4870-AE56-76A7D1F945EE}" dt="2025-11-19T15:46:10.299" v="62" actId="20577"/>
          <ac:spMkLst>
            <pc:docMk/>
            <pc:sldMk cId="1791411079" sldId="277"/>
            <ac:spMk id="4" creationId="{9BECF586-6BE8-1AC6-199B-62FA7165E697}"/>
          </ac:spMkLst>
        </pc:spChg>
      </pc:sldChg>
      <pc:sldChg chg="add">
        <pc:chgData name="Guido Zambarda" userId="a7cb2718-97c5-47ba-9f67-af13f1621b1f" providerId="ADAL" clId="{1245DFA2-3570-4870-AE56-76A7D1F945EE}" dt="2025-11-19T15:33:43.186" v="22" actId="2890"/>
        <pc:sldMkLst>
          <pc:docMk/>
          <pc:sldMk cId="1168151202" sldId="278"/>
        </pc:sldMkLst>
      </pc:sldChg>
      <pc:sldChg chg="modSp add mod">
        <pc:chgData name="Guido Zambarda" userId="a7cb2718-97c5-47ba-9f67-af13f1621b1f" providerId="ADAL" clId="{1245DFA2-3570-4870-AE56-76A7D1F945EE}" dt="2025-11-19T16:14:43.455" v="130" actId="1076"/>
        <pc:sldMkLst>
          <pc:docMk/>
          <pc:sldMk cId="4057030523" sldId="279"/>
        </pc:sldMkLst>
        <pc:graphicFrameChg chg="mod">
          <ac:chgData name="Guido Zambarda" userId="a7cb2718-97c5-47ba-9f67-af13f1621b1f" providerId="ADAL" clId="{1245DFA2-3570-4870-AE56-76A7D1F945EE}" dt="2025-11-19T16:14:43.455" v="130" actId="1076"/>
          <ac:graphicFrameMkLst>
            <pc:docMk/>
            <pc:sldMk cId="4057030523" sldId="279"/>
            <ac:graphicFrameMk id="2" creationId="{A45B9582-E3B7-5FD5-D1EC-C428FFBF9EC2}"/>
          </ac:graphicFrameMkLst>
        </pc:graphicFrameChg>
      </pc:sldChg>
      <pc:sldChg chg="addSp modSp add mod">
        <pc:chgData name="Guido Zambarda" userId="a7cb2718-97c5-47ba-9f67-af13f1621b1f" providerId="ADAL" clId="{1245DFA2-3570-4870-AE56-76A7D1F945EE}" dt="2025-11-19T15:41:17.236" v="47" actId="1076"/>
        <pc:sldMkLst>
          <pc:docMk/>
          <pc:sldMk cId="1232860560" sldId="280"/>
        </pc:sldMkLst>
        <pc:graphicFrameChg chg="add mod">
          <ac:chgData name="Guido Zambarda" userId="a7cb2718-97c5-47ba-9f67-af13f1621b1f" providerId="ADAL" clId="{1245DFA2-3570-4870-AE56-76A7D1F945EE}" dt="2025-11-19T15:41:17.236" v="47" actId="1076"/>
          <ac:graphicFrameMkLst>
            <pc:docMk/>
            <pc:sldMk cId="1232860560" sldId="280"/>
            <ac:graphicFrameMk id="2" creationId="{F1F174B0-FE5B-3090-4CDC-8A9DB0BA3B3A}"/>
          </ac:graphicFrameMkLst>
        </pc:graphicFrameChg>
      </pc:sldChg>
      <pc:sldChg chg="add">
        <pc:chgData name="Guido Zambarda" userId="a7cb2718-97c5-47ba-9f67-af13f1621b1f" providerId="ADAL" clId="{1245DFA2-3570-4870-AE56-76A7D1F945EE}" dt="2025-11-19T15:41:28.896" v="48" actId="2890"/>
        <pc:sldMkLst>
          <pc:docMk/>
          <pc:sldMk cId="3238921738" sldId="281"/>
        </pc:sldMkLst>
      </pc:sldChg>
      <pc:sldChg chg="addSp modSp add mod modNotesTx">
        <pc:chgData name="Guido Zambarda" userId="a7cb2718-97c5-47ba-9f67-af13f1621b1f" providerId="ADAL" clId="{1245DFA2-3570-4870-AE56-76A7D1F945EE}" dt="2025-11-19T15:52:48.396" v="98" actId="20577"/>
        <pc:sldMkLst>
          <pc:docMk/>
          <pc:sldMk cId="2712857754" sldId="282"/>
        </pc:sldMkLst>
        <pc:graphicFrameChg chg="add mod">
          <ac:chgData name="Guido Zambarda" userId="a7cb2718-97c5-47ba-9f67-af13f1621b1f" providerId="ADAL" clId="{1245DFA2-3570-4870-AE56-76A7D1F945EE}" dt="2025-11-19T15:46:27.556" v="67" actId="1076"/>
          <ac:graphicFrameMkLst>
            <pc:docMk/>
            <pc:sldMk cId="2712857754" sldId="282"/>
            <ac:graphicFrameMk id="2" creationId="{259E4729-93C9-3900-6DC4-27254095C5F2}"/>
          </ac:graphicFrameMkLst>
        </pc:graphicFrameChg>
      </pc:sldChg>
      <pc:sldChg chg="delSp modSp add mod">
        <pc:chgData name="Guido Zambarda" userId="a7cb2718-97c5-47ba-9f67-af13f1621b1f" providerId="ADAL" clId="{1245DFA2-3570-4870-AE56-76A7D1F945EE}" dt="2025-11-19T15:52:09.637" v="95" actId="20577"/>
        <pc:sldMkLst>
          <pc:docMk/>
          <pc:sldMk cId="3241895489" sldId="283"/>
        </pc:sldMkLst>
        <pc:spChg chg="mod">
          <ac:chgData name="Guido Zambarda" userId="a7cb2718-97c5-47ba-9f67-af13f1621b1f" providerId="ADAL" clId="{1245DFA2-3570-4870-AE56-76A7D1F945EE}" dt="2025-11-19T15:52:09.637" v="95" actId="20577"/>
          <ac:spMkLst>
            <pc:docMk/>
            <pc:sldMk cId="3241895489" sldId="283"/>
            <ac:spMk id="4" creationId="{83D9FABE-D2EB-8F44-635D-A8EC1D6FBFF3}"/>
          </ac:spMkLst>
        </pc:spChg>
        <pc:graphicFrameChg chg="del">
          <ac:chgData name="Guido Zambarda" userId="a7cb2718-97c5-47ba-9f67-af13f1621b1f" providerId="ADAL" clId="{1245DFA2-3570-4870-AE56-76A7D1F945EE}" dt="2025-11-19T15:51:58.509" v="69" actId="478"/>
          <ac:graphicFrameMkLst>
            <pc:docMk/>
            <pc:sldMk cId="3241895489" sldId="283"/>
            <ac:graphicFrameMk id="2" creationId="{064A0B4A-301C-5823-3DC3-5BADFB23F238}"/>
          </ac:graphicFrameMkLst>
        </pc:graphicFrameChg>
      </pc:sldChg>
      <pc:sldChg chg="addSp modSp add mod modNotesTx">
        <pc:chgData name="Guido Zambarda" userId="a7cb2718-97c5-47ba-9f67-af13f1621b1f" providerId="ADAL" clId="{1245DFA2-3570-4870-AE56-76A7D1F945EE}" dt="2025-11-19T15:53:23.609" v="101" actId="1076"/>
        <pc:sldMkLst>
          <pc:docMk/>
          <pc:sldMk cId="1744574347" sldId="284"/>
        </pc:sldMkLst>
        <pc:graphicFrameChg chg="add mod">
          <ac:chgData name="Guido Zambarda" userId="a7cb2718-97c5-47ba-9f67-af13f1621b1f" providerId="ADAL" clId="{1245DFA2-3570-4870-AE56-76A7D1F945EE}" dt="2025-11-19T15:53:23.609" v="101" actId="1076"/>
          <ac:graphicFrameMkLst>
            <pc:docMk/>
            <pc:sldMk cId="1744574347" sldId="284"/>
            <ac:graphicFrameMk id="2" creationId="{F10467F8-A133-FB87-24FB-0D850252A188}"/>
          </ac:graphicFrameMkLst>
        </pc:graphicFrameChg>
      </pc:sldChg>
      <pc:sldChg chg="addSp delSp modSp new mod">
        <pc:chgData name="Guido Zambarda" userId="a7cb2718-97c5-47ba-9f67-af13f1621b1f" providerId="ADAL" clId="{1245DFA2-3570-4870-AE56-76A7D1F945EE}" dt="2025-11-19T16:33:42.192" v="138" actId="108"/>
        <pc:sldMkLst>
          <pc:docMk/>
          <pc:sldMk cId="3076494489" sldId="285"/>
        </pc:sldMkLst>
        <pc:spChg chg="del">
          <ac:chgData name="Guido Zambarda" userId="a7cb2718-97c5-47ba-9f67-af13f1621b1f" providerId="ADAL" clId="{1245DFA2-3570-4870-AE56-76A7D1F945EE}" dt="2025-11-19T16:33:16.011" v="136" actId="478"/>
          <ac:spMkLst>
            <pc:docMk/>
            <pc:sldMk cId="3076494489" sldId="285"/>
            <ac:spMk id="2" creationId="{43F57928-BEDC-C12A-F811-ED44D84B205B}"/>
          </ac:spMkLst>
        </pc:spChg>
        <pc:spChg chg="del">
          <ac:chgData name="Guido Zambarda" userId="a7cb2718-97c5-47ba-9f67-af13f1621b1f" providerId="ADAL" clId="{1245DFA2-3570-4870-AE56-76A7D1F945EE}" dt="2025-11-19T16:33:14.367" v="135" actId="478"/>
          <ac:spMkLst>
            <pc:docMk/>
            <pc:sldMk cId="3076494489" sldId="285"/>
            <ac:spMk id="3" creationId="{A258FBFD-7DDF-B9A7-5571-7C7A3CF56C08}"/>
          </ac:spMkLst>
        </pc:spChg>
        <pc:spChg chg="add mod">
          <ac:chgData name="Guido Zambarda" userId="a7cb2718-97c5-47ba-9f67-af13f1621b1f" providerId="ADAL" clId="{1245DFA2-3570-4870-AE56-76A7D1F945EE}" dt="2025-11-19T16:33:42.192" v="138" actId="108"/>
          <ac:spMkLst>
            <pc:docMk/>
            <pc:sldMk cId="3076494489" sldId="285"/>
            <ac:spMk id="4" creationId="{334F4A96-F857-4CDB-F623-980B6FE66A6B}"/>
          </ac:spMkLst>
        </pc:spChg>
        <pc:spChg chg="add mod">
          <ac:chgData name="Guido Zambarda" userId="a7cb2718-97c5-47ba-9f67-af13f1621b1f" providerId="ADAL" clId="{1245DFA2-3570-4870-AE56-76A7D1F945EE}" dt="2025-11-19T16:33:16.906" v="137"/>
          <ac:spMkLst>
            <pc:docMk/>
            <pc:sldMk cId="3076494489" sldId="285"/>
            <ac:spMk id="5" creationId="{4A36E167-F344-34D1-1DB2-D4239A4429BB}"/>
          </ac:spMkLst>
        </pc:spChg>
      </pc:sldChg>
    </pc:docChg>
  </pc:docChgLst>
  <pc:docChgLst>
    <pc:chgData name="Guido Zambarda" userId="S::guido.zambarda@pialorsi-sistemi.it::a7cb2718-97c5-47ba-9f67-af13f1621b1f" providerId="AD" clId="Web-{51B4B071-1EBC-32C0-9F4A-9A45D0FEC8DE}"/>
    <pc:docChg chg="addSld delSld modSld">
      <pc:chgData name="Guido Zambarda" userId="S::guido.zambarda@pialorsi-sistemi.it::a7cb2718-97c5-47ba-9f67-af13f1621b1f" providerId="AD" clId="Web-{51B4B071-1EBC-32C0-9F4A-9A45D0FEC8DE}" dt="2025-10-26T12:01:52.089" v="414" actId="20577"/>
      <pc:docMkLst>
        <pc:docMk/>
      </pc:docMkLst>
      <pc:sldChg chg="delSp modSp">
        <pc:chgData name="Guido Zambarda" userId="S::guido.zambarda@pialorsi-sistemi.it::a7cb2718-97c5-47ba-9f67-af13f1621b1f" providerId="AD" clId="Web-{51B4B071-1EBC-32C0-9F4A-9A45D0FEC8DE}" dt="2025-10-25T10:15:49.977" v="5"/>
        <pc:sldMkLst>
          <pc:docMk/>
          <pc:sldMk cId="3080557386" sldId="256"/>
        </pc:sldMkLst>
      </pc:sldChg>
      <pc:sldChg chg="modSp">
        <pc:chgData name="Guido Zambarda" userId="S::guido.zambarda@pialorsi-sistemi.it::a7cb2718-97c5-47ba-9f67-af13f1621b1f" providerId="AD" clId="Web-{51B4B071-1EBC-32C0-9F4A-9A45D0FEC8DE}" dt="2025-10-26T11:51:49.523" v="385" actId="20577"/>
        <pc:sldMkLst>
          <pc:docMk/>
          <pc:sldMk cId="1474078492" sldId="261"/>
        </pc:sldMkLst>
        <pc:spChg chg="mod">
          <ac:chgData name="Guido Zambarda" userId="S::guido.zambarda@pialorsi-sistemi.it::a7cb2718-97c5-47ba-9f67-af13f1621b1f" providerId="AD" clId="Web-{51B4B071-1EBC-32C0-9F4A-9A45D0FEC8DE}" dt="2025-10-26T11:51:49.523" v="385" actId="20577"/>
          <ac:spMkLst>
            <pc:docMk/>
            <pc:sldMk cId="1474078492" sldId="261"/>
            <ac:spMk id="3" creationId="{16B9935E-E93C-3340-8D3C-C7F133794DBC}"/>
          </ac:spMkLst>
        </pc:spChg>
      </pc:sldChg>
      <pc:sldChg chg="modNotes">
        <pc:chgData name="Guido Zambarda" userId="S::guido.zambarda@pialorsi-sistemi.it::a7cb2718-97c5-47ba-9f67-af13f1621b1f" providerId="AD" clId="Web-{51B4B071-1EBC-32C0-9F4A-9A45D0FEC8DE}" dt="2025-10-26T12:00:52.291" v="400"/>
        <pc:sldMkLst>
          <pc:docMk/>
          <pc:sldMk cId="391276983" sldId="267"/>
        </pc:sldMkLst>
      </pc:sldChg>
      <pc:sldChg chg="addSp delSp modSp">
        <pc:chgData name="Guido Zambarda" userId="S::guido.zambarda@pialorsi-sistemi.it::a7cb2718-97c5-47ba-9f67-af13f1621b1f" providerId="AD" clId="Web-{51B4B071-1EBC-32C0-9F4A-9A45D0FEC8DE}" dt="2025-10-25T10:24:21.026" v="37" actId="20577"/>
        <pc:sldMkLst>
          <pc:docMk/>
          <pc:sldMk cId="1510906715" sldId="268"/>
        </pc:sldMkLst>
        <pc:spChg chg="mod">
          <ac:chgData name="Guido Zambarda" userId="S::guido.zambarda@pialorsi-sistemi.it::a7cb2718-97c5-47ba-9f67-af13f1621b1f" providerId="AD" clId="Web-{51B4B071-1EBC-32C0-9F4A-9A45D0FEC8DE}" dt="2025-10-25T10:24:15.604" v="36" actId="20577"/>
          <ac:spMkLst>
            <pc:docMk/>
            <pc:sldMk cId="1510906715" sldId="268"/>
            <ac:spMk id="4" creationId="{CAAA7AA9-9140-5346-A9FC-23FD73C93F15}"/>
          </ac:spMkLst>
        </pc:spChg>
        <pc:spChg chg="add mod">
          <ac:chgData name="Guido Zambarda" userId="S::guido.zambarda@pialorsi-sistemi.it::a7cb2718-97c5-47ba-9f67-af13f1621b1f" providerId="AD" clId="Web-{51B4B071-1EBC-32C0-9F4A-9A45D0FEC8DE}" dt="2025-10-25T10:24:21.026" v="37" actId="20577"/>
          <ac:spMkLst>
            <pc:docMk/>
            <pc:sldMk cId="1510906715" sldId="268"/>
            <ac:spMk id="6" creationId="{C2B3D700-FF9C-8547-6370-A2A0964820D6}"/>
          </ac:spMkLst>
        </pc:spChg>
      </pc:sldChg>
      <pc:sldChg chg="modSp add replId">
        <pc:chgData name="Guido Zambarda" userId="S::guido.zambarda@pialorsi-sistemi.it::a7cb2718-97c5-47ba-9f67-af13f1621b1f" providerId="AD" clId="Web-{51B4B071-1EBC-32C0-9F4A-9A45D0FEC8DE}" dt="2025-10-26T12:01:44.480" v="412" actId="20577"/>
        <pc:sldMkLst>
          <pc:docMk/>
          <pc:sldMk cId="1577633904" sldId="275"/>
        </pc:sldMkLst>
        <pc:spChg chg="mod">
          <ac:chgData name="Guido Zambarda" userId="S::guido.zambarda@pialorsi-sistemi.it::a7cb2718-97c5-47ba-9f67-af13f1621b1f" providerId="AD" clId="Web-{51B4B071-1EBC-32C0-9F4A-9A45D0FEC8DE}" dt="2025-10-26T12:01:44.480" v="412" actId="20577"/>
          <ac:spMkLst>
            <pc:docMk/>
            <pc:sldMk cId="1577633904" sldId="275"/>
            <ac:spMk id="4" creationId="{EC96C119-CC06-C306-4CB9-E960002CC49B}"/>
          </ac:spMkLst>
        </pc:spChg>
        <pc:spChg chg="mod">
          <ac:chgData name="Guido Zambarda" userId="S::guido.zambarda@pialorsi-sistemi.it::a7cb2718-97c5-47ba-9f67-af13f1621b1f" providerId="AD" clId="Web-{51B4B071-1EBC-32C0-9F4A-9A45D0FEC8DE}" dt="2025-10-26T12:01:25.354" v="405" actId="20577"/>
          <ac:spMkLst>
            <pc:docMk/>
            <pc:sldMk cId="1577633904" sldId="275"/>
            <ac:spMk id="6" creationId="{CD4ED05C-D796-6842-5DCE-FF0250A5A793}"/>
          </ac:spMkLst>
        </pc:spChg>
      </pc:sldChg>
      <pc:sldChg chg="modSp add replId">
        <pc:chgData name="Guido Zambarda" userId="S::guido.zambarda@pialorsi-sistemi.it::a7cb2718-97c5-47ba-9f67-af13f1621b1f" providerId="AD" clId="Web-{51B4B071-1EBC-32C0-9F4A-9A45D0FEC8DE}" dt="2025-10-26T12:01:52.089" v="414" actId="20577"/>
        <pc:sldMkLst>
          <pc:docMk/>
          <pc:sldMk cId="1979839893" sldId="276"/>
        </pc:sldMkLst>
        <pc:spChg chg="mod">
          <ac:chgData name="Guido Zambarda" userId="S::guido.zambarda@pialorsi-sistemi.it::a7cb2718-97c5-47ba-9f67-af13f1621b1f" providerId="AD" clId="Web-{51B4B071-1EBC-32C0-9F4A-9A45D0FEC8DE}" dt="2025-10-26T12:01:52.089" v="414" actId="20577"/>
          <ac:spMkLst>
            <pc:docMk/>
            <pc:sldMk cId="1979839893" sldId="276"/>
            <ac:spMk id="4" creationId="{0CBA97D0-9053-786F-6374-AD269EB137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sz="1200" kern="120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1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Ask audience question: </a:t>
            </a:r>
            <a:endParaRPr lang="en-US" dirty="0"/>
          </a:p>
          <a:p>
            <a:pPr marL="171450" indent="-171450">
              <a:buFont typeface="Calibri"/>
              <a:buChar char="-"/>
            </a:pPr>
            <a:r>
              <a:rPr lang="en-IE" dirty="0"/>
              <a:t>Do you use pipelines? You should, after the session go and create your own.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IE" dirty="0">
                <a:ea typeface="Calibri"/>
                <a:cs typeface="Calibri"/>
              </a:rPr>
              <a:t>Do you package the solution on your own hardware?</a:t>
            </a:r>
          </a:p>
          <a:p>
            <a:pPr marL="171450" indent="-171450">
              <a:buFont typeface="Calibri"/>
              <a:buChar char="-"/>
            </a:pPr>
            <a:r>
              <a:rPr lang="en-IE">
                <a:ea typeface="Calibri"/>
                <a:cs typeface="Calibri"/>
              </a:rPr>
              <a:t>Do you have different environment set up?</a:t>
            </a:r>
            <a:endParaRPr lang="en-IE"/>
          </a:p>
          <a:p>
            <a:endParaRPr lang="en-IE" dirty="0">
              <a:ea typeface="Calibri"/>
              <a:cs typeface="Calibri"/>
            </a:endParaRPr>
          </a:p>
          <a:p>
            <a:r>
              <a:rPr lang="en-IE" dirty="0">
                <a:ea typeface="Calibri"/>
                <a:cs typeface="Calibri"/>
              </a:rPr>
              <a:t>Highlight the benefits of using those:</a:t>
            </a:r>
          </a:p>
          <a:p>
            <a:pPr marL="171450" indent="-171450">
              <a:buFont typeface="Calibri"/>
              <a:buChar char="-"/>
            </a:pPr>
            <a:r>
              <a:rPr lang="en-IE" dirty="0">
                <a:ea typeface="Calibri"/>
                <a:cs typeface="Calibri"/>
              </a:rPr>
              <a:t>If you're on vacation the others are still able to fix bugs without having the dev environment installed</a:t>
            </a:r>
          </a:p>
          <a:p>
            <a:pPr marL="171450" indent="-171450">
              <a:buFont typeface="Calibri"/>
              <a:buChar char="-"/>
            </a:pPr>
            <a:r>
              <a:rPr lang="en-IE" dirty="0">
                <a:ea typeface="Calibri"/>
                <a:cs typeface="Calibri"/>
              </a:rPr>
              <a:t>You should have different environments (DEV,TEST,STAGING,PROD)</a:t>
            </a:r>
          </a:p>
          <a:p>
            <a:pPr marL="171450" indent="-171450">
              <a:buFont typeface="Calibri"/>
              <a:buChar char="-"/>
            </a:pPr>
            <a:r>
              <a:rPr lang="en-IE" dirty="0">
                <a:ea typeface="Calibri"/>
                <a:cs typeface="Calibri"/>
              </a:rPr>
              <a:t>You want your off-time to be really an off-time</a:t>
            </a:r>
          </a:p>
          <a:p>
            <a:pPr marL="171450" indent="-171450">
              <a:buFont typeface="Calibri"/>
              <a:buChar char="-"/>
            </a:pPr>
            <a:r>
              <a:rPr lang="en-IE" dirty="0">
                <a:ea typeface="Calibri"/>
                <a:cs typeface="Calibri"/>
              </a:rPr>
              <a:t>Don't publish on </a:t>
            </a:r>
            <a:r>
              <a:rPr lang="en-IE" dirty="0" err="1">
                <a:ea typeface="Calibri"/>
                <a:cs typeface="Calibri"/>
              </a:rPr>
              <a:t>friday</a:t>
            </a:r>
            <a:r>
              <a:rPr lang="en-IE" dirty="0">
                <a:ea typeface="Calibri"/>
                <a:cs typeface="Calibri"/>
              </a:rPr>
              <a:t>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74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40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4A13-7811-0FAE-8B0B-47E7B52C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4A10F-10FB-C363-E997-EA1DD9C0E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90BCF-7930-530F-4F97-3B8CCBC4A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59EAB-4A7B-C84C-AA95-82EC76B2B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60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6624-3DC2-E340-A7D7-C639466C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EC2C2-C1D4-D0DC-94B6-24D973D6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8B1D0-935D-3637-C120-1CEF4FD6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5798C-9EDE-4536-DFE5-61FB8626B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051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D178-C0B9-2116-DE8E-6C6067D3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509C8-8059-25B9-F112-B3109B94D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31157-E9C7-7B01-35CD-CAC9D3AC7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4AF63-E069-45FB-C636-3FEC83A2F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272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E4A0-0AA1-E271-625F-A7FD4E61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A5670-B381-EA14-A3A6-6B2CB7A7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46F86-6651-C673-E87C-4E6377849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54DCF-14DA-F2AA-CBAC-5EEC773FA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218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3853-D80F-F9BD-38A5-5F6755630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BDE32-55CC-9F2F-E4D2-12FA30AAA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8900A-7FFB-8C0A-2CA3-C8BF603F0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5C5AA-254C-3A9C-B86A-B802468FE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8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F4EE-5668-9285-4B73-8EBC843A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EC2A8-F0C7-F4A1-B109-E0297E4C5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F611D-1BCF-DBDD-C050-F6D145728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1354-4A05-B689-9220-13769DB89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871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34A03-EDDC-496B-A252-C7FFBF69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9EF52-BEF5-A1DD-9400-B0F6CF9FC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63604-03EE-C33D-885B-D60B1D085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How often do we use tests in our projects?</a:t>
            </a:r>
          </a:p>
          <a:p>
            <a:r>
              <a:rPr lang="en-US">
                <a:ea typeface="Calibri"/>
                <a:cs typeface="Calibri"/>
              </a:rPr>
              <a:t>It depends on: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Budget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Timing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Customers says it's not needed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Giveaways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Unit tests saves can save our life and are responsible to have an expected behavior of your application over multiple deployments and changes.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Who writes the code should not test it but leave it to another person of the team</a:t>
            </a: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478F-627E-D87B-5821-E7FA3AAFE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603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CA4D-7E14-2800-0583-DD0B38E8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0095-F60D-2C41-9EDA-8B2888568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16803-58C8-3F40-5AAA-CEC1FC1D4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EDAD8-A81E-C5AC-22ED-6AB4F974D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937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5DC49-A269-D24C-E4C8-75E5BCE1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FAF7C-28B0-293F-58BE-68267837B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4D9B9-AA9D-7422-0FFE-2998DA321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How often do we use tests in our projects?</a:t>
            </a:r>
          </a:p>
          <a:p>
            <a:r>
              <a:rPr lang="en-US">
                <a:ea typeface="Calibri"/>
                <a:cs typeface="Calibri"/>
              </a:rPr>
              <a:t>It depends on: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Budget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Timing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Customers says it's not needed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Giveaways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Unit tests saves can save our life and are responsible to have an expected behavior of your application over multiple deployments and changes.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Who writes the code should not test it but leave it to another person of the team</a:t>
            </a: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0BFFB-821F-4B9A-38C5-7DC704AF2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11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80E2-63DB-FCE2-C727-8D4FDE5F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F3711-4E5E-C1F5-3FD3-FEDDF48A4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75094-FBBD-4136-A93E-620C11F35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F40E7-4962-49A7-2F83-62E2E4535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06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2D5C-DF60-A326-82D2-59F7D398A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B74E8-2E37-1493-93D8-32A40ECE3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B4A5C-0675-356A-1F5A-592FEACD8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How often do we use tests in our projects?</a:t>
            </a:r>
          </a:p>
          <a:p>
            <a:r>
              <a:rPr lang="en-US">
                <a:ea typeface="Calibri"/>
                <a:cs typeface="Calibri"/>
              </a:rPr>
              <a:t>It depends on: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Budget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Timing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Customers says it's not needed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Giveaways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Unit tests saves can save our life and are responsible to have an expected behavior of your application over multiple deployments and changes.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Who writes the code should not test it but leave it to another person of the team</a:t>
            </a: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9FCA7-6B20-7398-7513-B8ABA284E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165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sz="1200" kern="120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654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C7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e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11/relationships/webextension" Target="../webextensions/webextension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11/relationships/webextension" Target="../webextensions/webextension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11/relationships/webextension" Target="../webextensions/webextension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11/relationships/webextension" Target="../webextensions/webextension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11/relationships/webextension" Target="../webextensions/webextension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99857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55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/>
          <p:nvPr/>
        </p:nvSpPr>
        <p:spPr>
          <a:xfrm>
            <a:off x="3925891" y="1396314"/>
            <a:ext cx="8011886" cy="28007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4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Developing, Testing, and Deploying SharePoint Framework Solutions with Success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075545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3400" b="1">
                <a:solidFill>
                  <a:srgbClr val="00C700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Peter Paul Kirschner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691671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>
                <a:solidFill>
                  <a:schemeClr val="bg2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MVP - ACP CUBIDO Digital Solutions GmbH, Austria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403A9-B327-DB69-7581-4459766A332E}"/>
              </a:ext>
            </a:extLst>
          </p:cNvPr>
          <p:cNvSpPr txBox="1"/>
          <p:nvPr/>
        </p:nvSpPr>
        <p:spPr>
          <a:xfrm>
            <a:off x="3925891" y="5153909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3400" b="1">
                <a:solidFill>
                  <a:srgbClr val="00C700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Guido Zambarda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758A2-F774-7B79-1EB4-087503B40E08}"/>
              </a:ext>
            </a:extLst>
          </p:cNvPr>
          <p:cNvSpPr txBox="1"/>
          <p:nvPr/>
        </p:nvSpPr>
        <p:spPr>
          <a:xfrm>
            <a:off x="3925891" y="5770035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>
                <a:solidFill>
                  <a:schemeClr val="bg2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MVP – SSD </a:t>
            </a:r>
            <a:r>
              <a:rPr lang="en-GB" sz="2400" err="1">
                <a:solidFill>
                  <a:schemeClr val="bg2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PiaSys.com</a:t>
            </a:r>
            <a:r>
              <a:rPr lang="en-GB" sz="2400">
                <a:solidFill>
                  <a:schemeClr val="bg2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, Italy</a:t>
            </a:r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48848D-FDC8-0E4A-A9A5-45DDD99E9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&amp; steps performed</a:t>
            </a:r>
          </a:p>
        </p:txBody>
      </p:sp>
    </p:spTree>
    <p:extLst>
      <p:ext uri="{BB962C8B-B14F-4D97-AF65-F5344CB8AC3E}">
        <p14:creationId xmlns:p14="http://schemas.microsoft.com/office/powerpoint/2010/main" val="39127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7A4B-103B-A243-ACCD-0C9FE738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What is our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9935E-E93C-3340-8D3C-C7F133794D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Company logics to manage customers</a:t>
            </a:r>
          </a:p>
          <a:p>
            <a:r>
              <a:rPr lang="en-US" dirty="0">
                <a:latin typeface="Arial"/>
                <a:cs typeface="Arial"/>
              </a:rPr>
              <a:t>The creation of new customer can trigger multiple work flows</a:t>
            </a:r>
          </a:p>
          <a:p>
            <a:r>
              <a:rPr lang="en-US" dirty="0">
                <a:latin typeface="Arial"/>
                <a:cs typeface="Arial"/>
              </a:rPr>
              <a:t>We're covering a small part of a bigger solution</a:t>
            </a:r>
          </a:p>
          <a:p>
            <a:r>
              <a:rPr lang="en-US">
                <a:latin typeface="Arial"/>
                <a:cs typeface="Arial"/>
              </a:rPr>
              <a:t>Create a form for new customer data</a:t>
            </a:r>
          </a:p>
          <a:p>
            <a:r>
              <a:rPr lang="en-US" dirty="0">
                <a:latin typeface="Arial"/>
                <a:cs typeface="Arial"/>
              </a:rPr>
              <a:t>Test it locally and on the cloud</a:t>
            </a:r>
          </a:p>
          <a:p>
            <a:r>
              <a:rPr lang="en-US" dirty="0">
                <a:latin typeface="Arial"/>
                <a:cs typeface="Arial"/>
              </a:rPr>
              <a:t>Automatically deploy the solution</a:t>
            </a:r>
          </a:p>
        </p:txBody>
      </p:sp>
    </p:spTree>
    <p:extLst>
      <p:ext uri="{BB962C8B-B14F-4D97-AF65-F5344CB8AC3E}">
        <p14:creationId xmlns:p14="http://schemas.microsoft.com/office/powerpoint/2010/main" val="147407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D2ED9-DED4-8CDE-7A7D-5DA88E0C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10B7-7B6C-7C04-BE14-D15C3624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</a:t>
            </a:r>
            <a:r>
              <a:rPr lang="it-IT" dirty="0" err="1"/>
              <a:t>it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D5292-781F-4013-B770-F8C38CE0F6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Creating a new SharePoint Framework (SPFx) web part.</a:t>
            </a:r>
          </a:p>
          <a:p>
            <a:r>
              <a:rPr lang="en-US" dirty="0"/>
              <a:t>Defining a form component.</a:t>
            </a:r>
          </a:p>
          <a:p>
            <a:r>
              <a:rPr lang="en-US" dirty="0"/>
              <a:t>Testing locally with Jest.</a:t>
            </a:r>
          </a:p>
          <a:p>
            <a:r>
              <a:rPr lang="en-US" dirty="0"/>
              <a:t>Testing with Playwright.</a:t>
            </a:r>
          </a:p>
          <a:p>
            <a:r>
              <a:rPr lang="en-US" dirty="0"/>
              <a:t>Configuring GitHub actions for CI/CD.</a:t>
            </a:r>
          </a:p>
        </p:txBody>
      </p:sp>
    </p:spTree>
    <p:extLst>
      <p:ext uri="{BB962C8B-B14F-4D97-AF65-F5344CB8AC3E}">
        <p14:creationId xmlns:p14="http://schemas.microsoft.com/office/powerpoint/2010/main" val="337154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F4A96-F857-4CDB-F623-980B6FE66A6B}"/>
              </a:ext>
            </a:extLst>
          </p:cNvPr>
          <p:cNvSpPr txBox="1">
            <a:spLocks/>
          </p:cNvSpPr>
          <p:nvPr/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4800" b="1" dirty="0">
                <a:solidFill>
                  <a:srgbClr val="00C700"/>
                </a:solidFill>
                <a:latin typeface="Arial"/>
                <a:cs typeface="Arial"/>
              </a:rPr>
              <a:t>Let’s explore the solution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36E167-F344-34D1-1DB2-D4239A4429BB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rial"/>
                <a:cs typeface="Arial"/>
              </a:rPr>
              <a:t>Yes, it's a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9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AD8BF-776C-BDF6-EE6A-ABBA3886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9BCFB-57DC-8C0A-4753-100E56CE51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IT">
                <a:latin typeface="Arial"/>
                <a:cs typeface="Arial"/>
              </a:rPr>
              <a:t>Let’s explore the solution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681DA0A-CCBA-EB95-B7AD-406BDAC51C17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>
                <a:latin typeface="Arial"/>
                <a:cs typeface="Arial"/>
              </a:rPr>
              <a:t>Yes, it's a demo</a:t>
            </a:r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D0AF1CDF-1E00-0C39-3154-E485A6B48B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643755" y="166007"/>
              <a:ext cx="5598525" cy="565186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D0AF1CDF-1E00-0C39-3154-E485A6B48B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3755" y="166007"/>
                <a:ext cx="5598525" cy="56518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815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FBFED-6FAE-6C24-CEF0-20129CB4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6C119-CC06-C306-4CB9-E960002CC4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IT" dirty="0">
                <a:latin typeface="Arial"/>
                <a:cs typeface="Arial"/>
              </a:rPr>
              <a:t>Unit testing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Business logic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4ED05C-D796-6842-5DCE-FF0250A5A793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63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AFB09-250B-3A1B-C09E-6E6AD18C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A3742-4B7B-4C4F-4217-8532368F96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IT" dirty="0">
                <a:latin typeface="Arial"/>
                <a:cs typeface="Arial"/>
              </a:rPr>
              <a:t>Unit testing</a:t>
            </a:r>
            <a:endParaRPr lang="en-US"/>
          </a:p>
          <a:p>
            <a:r>
              <a:rPr lang="en-US">
                <a:latin typeface="Arial"/>
                <a:cs typeface="Arial"/>
              </a:rPr>
              <a:t>Business logic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31EFA2E-CC08-4E61-C8EC-6D7EC82AAA4C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A45B9582-E3B7-5FD5-D1EC-C428FFBF9E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641312"/>
                  </p:ext>
                </p:extLst>
              </p:nvPr>
            </p:nvGraphicFramePr>
            <p:xfrm>
              <a:off x="12687299" y="490945"/>
              <a:ext cx="5546271" cy="560342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A45B9582-E3B7-5FD5-D1EC-C428FFBF9E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87299" y="490945"/>
                <a:ext cx="5546271" cy="56034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703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AA263-EDC0-82B9-0839-92AF21ACE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A97D0-9053-786F-6374-AD269EB137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Arial"/>
                <a:cs typeface="Arial"/>
              </a:rPr>
              <a:t>e2e</a:t>
            </a:r>
            <a:r>
              <a:rPr lang="en-IT" dirty="0">
                <a:latin typeface="Arial"/>
                <a:cs typeface="Arial"/>
              </a:rPr>
              <a:t> testing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DFF9A42-A75A-359A-8534-541E28FE0BB2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3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5A5E5-D3EC-44E9-752C-D3A5E83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9F7C7-5705-43AF-5BDB-A32A45034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Arial"/>
                <a:cs typeface="Arial"/>
              </a:rPr>
              <a:t>e2e</a:t>
            </a:r>
            <a:r>
              <a:rPr lang="en-IT" dirty="0">
                <a:latin typeface="Arial"/>
                <a:cs typeface="Arial"/>
              </a:rPr>
              <a:t> testing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4ABDC1B-4C09-B487-189D-2D3D6D1551D4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F1F174B0-FE5B-3090-4CDC-8A9DB0BA3B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3969257"/>
                  </p:ext>
                </p:extLst>
              </p:nvPr>
            </p:nvGraphicFramePr>
            <p:xfrm>
              <a:off x="12687300" y="274864"/>
              <a:ext cx="4686300" cy="561430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F1F174B0-FE5B-3090-4CDC-8A9DB0BA3B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87300" y="274864"/>
                <a:ext cx="4686300" cy="56143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86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5CA65-1D1C-35F6-4B69-B4B4CDBA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CF586-6BE8-1AC6-199B-62FA7165E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Arial"/>
                <a:cs typeface="Arial"/>
              </a:rPr>
              <a:t>GitHub actions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5F1B786-C01A-BE7F-9011-8CBAD5E4392D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411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3EB38-EB15-1947-3FD2-BBBE7CBE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CE888-A35E-7E8E-12A7-28D5C06ADD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>
                <a:latin typeface="Arial"/>
                <a:cs typeface="Arial"/>
              </a:rPr>
              <a:t>GitHub actions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5F3150-E0E8-6FA0-B677-61DBBCC27F13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259E4729-93C9-3900-6DC4-27254095C5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8493422"/>
                  </p:ext>
                </p:extLst>
              </p:nvPr>
            </p:nvGraphicFramePr>
            <p:xfrm>
              <a:off x="12710160" y="510538"/>
              <a:ext cx="4743450" cy="545592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259E4729-93C9-3900-6DC4-27254095C5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10160" y="510538"/>
                <a:ext cx="4743450" cy="54559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85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2CE1B-F6E2-198E-985A-632C62E7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9FABE-D2EB-8F44-635D-A8EC1D6FBF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 err="1">
                <a:latin typeface="Arial"/>
                <a:cs typeface="Arial"/>
              </a:rPr>
              <a:t>Now</a:t>
            </a:r>
            <a:r>
              <a:rPr lang="it-IT" dirty="0">
                <a:latin typeface="Arial"/>
                <a:cs typeface="Arial"/>
              </a:rPr>
              <a:t>, </a:t>
            </a:r>
            <a:r>
              <a:rPr lang="it-IT" dirty="0" err="1">
                <a:latin typeface="Arial"/>
                <a:cs typeface="Arial"/>
              </a:rPr>
              <a:t>let’s</a:t>
            </a:r>
            <a:r>
              <a:rPr lang="it-IT" dirty="0">
                <a:latin typeface="Arial"/>
                <a:cs typeface="Arial"/>
              </a:rPr>
              <a:t> make a </a:t>
            </a:r>
            <a:r>
              <a:rPr lang="it-IT" dirty="0" err="1">
                <a:latin typeface="Arial"/>
                <a:cs typeface="Arial"/>
              </a:rPr>
              <a:t>change</a:t>
            </a:r>
            <a:r>
              <a:rPr lang="it-IT" dirty="0">
                <a:latin typeface="Arial"/>
                <a:cs typeface="Arial"/>
              </a:rPr>
              <a:t>!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8ECC6AD-9B07-D75E-274D-44FA4966A596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9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953E-EC56-1897-AF75-B211BE81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78AF1-A378-3016-8683-09203D567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it-IT" dirty="0" err="1">
                <a:latin typeface="Arial"/>
                <a:cs typeface="Arial"/>
              </a:rPr>
              <a:t>Now</a:t>
            </a:r>
            <a:r>
              <a:rPr lang="it-IT" dirty="0">
                <a:latin typeface="Arial"/>
                <a:cs typeface="Arial"/>
              </a:rPr>
              <a:t>, </a:t>
            </a:r>
            <a:r>
              <a:rPr lang="it-IT" dirty="0" err="1">
                <a:latin typeface="Arial"/>
                <a:cs typeface="Arial"/>
              </a:rPr>
              <a:t>let’s</a:t>
            </a:r>
            <a:r>
              <a:rPr lang="it-IT" dirty="0">
                <a:latin typeface="Arial"/>
                <a:cs typeface="Arial"/>
              </a:rPr>
              <a:t> make a </a:t>
            </a:r>
            <a:r>
              <a:rPr lang="it-IT" dirty="0" err="1">
                <a:latin typeface="Arial"/>
                <a:cs typeface="Arial"/>
              </a:rPr>
              <a:t>change</a:t>
            </a:r>
            <a:r>
              <a:rPr lang="it-IT" dirty="0">
                <a:latin typeface="Arial"/>
                <a:cs typeface="Arial"/>
              </a:rPr>
              <a:t>!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F330FA4-E096-0D3F-B79D-319B49698834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F10467F8-A133-FB87-24FB-0D850252A1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0749793"/>
                  </p:ext>
                </p:extLst>
              </p:nvPr>
            </p:nvGraphicFramePr>
            <p:xfrm>
              <a:off x="12755880" y="590548"/>
              <a:ext cx="5577840" cy="533019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F10467F8-A133-FB87-24FB-0D850252A1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55880" y="590548"/>
                <a:ext cx="5577840" cy="53301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574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9D93A-FF1F-07BE-E2B1-CEFF9961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963AE-86A9-5F86-F5CF-9F8D521A8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IT">
                <a:latin typeface="Arial"/>
                <a:cs typeface="Arial"/>
              </a:rPr>
              <a:t>Wrap up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3892A0E-7D53-9CB6-071B-6FAC1E608FD5}"/>
              </a:ext>
            </a:extLst>
          </p:cNvPr>
          <p:cNvSpPr txBox="1">
            <a:spLocks/>
          </p:cNvSpPr>
          <p:nvPr/>
        </p:nvSpPr>
        <p:spPr>
          <a:xfrm>
            <a:off x="6209198" y="4788827"/>
            <a:ext cx="5445392" cy="84997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800" b="1" kern="1200">
                <a:solidFill>
                  <a:srgbClr val="00C7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E2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21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8974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webextensions/webextension1.xml><?xml version="1.0" encoding="utf-8"?>
<we:webextension xmlns:we="http://schemas.microsoft.com/office/webextensions/webextension/2010/11" id="{CBB7C452-12F4-4B74-9562-7D772A3D81BF}">
  <we:reference id="wa200008736" version="1.0.0.0" store="en-US" storeType="OMEX"/>
  <we:alternateReferences>
    <we:reference id="WA200008736" version="1.0.0.0" store="WA200008736" storeType="OMEX"/>
  </we:alternateReferences>
  <we:properties>
    <we:property name="dtAddInSlideId" value="&quot;7&quot;"/>
    <we:property name="dtDemoId" value="&quot;demo-mgw0r003-w4fr&quot;"/>
    <we:property name="dtServerUrl" value="&quot;http://localhost:3710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7FC1C454-888A-44F4-811F-6E89BE8663C7}">
  <we:reference id="wa200008736" version="1.0.0.0" store="en-US" storeType="OMEX"/>
  <we:alternateReferences>
    <we:reference id="WA200008736" version="1.0.0.0" store="WA200008736" storeType="OMEX"/>
  </we:alternateReferences>
  <we:properties>
    <we:property name="dtAddInSlideId" value="&quot;9&quot;"/>
    <we:property name="dtDemoId" value="&quot;demo-mi67d68t-rc01&quot;"/>
    <we:property name="dtServerUrl" value="&quot;http://localhost:3710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950736F9-0746-4D9C-B16C-A847C1836C07}">
  <we:reference id="wa200008736" version="1.0.0.0" store="en-US" storeType="OMEX"/>
  <we:alternateReferences>
    <we:reference id="WA200008736" version="1.0.0.0" store="WA200008736" storeType="OMEX"/>
  </we:alternateReferences>
  <we:properties>
    <we:property name="dtServerUrl" value="&quot;http://localhost:3710&quot;"/>
    <we:property name="dtDemoId" value="&quot;demo-mi665oql-prba&quot;"/>
    <we:property name="dtAddInSlideId" value="&quot;11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C53A98D1-B4A2-48F2-861F-980AF20D6155}">
  <we:reference id="wa200008736" version="1.0.0.0" store="en-US" storeType="OMEX"/>
  <we:alternateReferences>
    <we:reference id="WA200008736" version="1.0.0.0" store="WA200008736" storeType="OMEX"/>
  </we:alternateReferences>
  <we:properties>
    <we:property name="dtServerUrl" value="&quot;http://localhost:3710&quot;"/>
    <we:property name="dtDemoId" value="&quot;demo-mi66cnpy-h2tu&quot;"/>
    <we:property name="dtAddInSlideId" value="&quot;13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50E8D167-3FBD-40D7-B0B1-4EA29FCBB70E}">
  <we:reference id="wa200008736" version="1.0.0.0" store="en-US" storeType="OMEX"/>
  <we:alternateReferences>
    <we:reference id="WA200008736" version="1.0.0.0" store="WA200008736" storeType="OMEX"/>
  </we:alternateReferences>
  <we:properties>
    <we:property name="dtServerUrl" value="&quot;http://localhost:3710&quot;"/>
    <we:property name="dtDemoId" value="&quot;demo-mi66lt1n-v79y&quot;"/>
    <we:property name="dtAddInSlideId" value="&quot;15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3b1065-ae42-4d8a-aa8c-0a73a17faba8" xsi:nil="true"/>
    <lcf76f155ced4ddcb4097134ff3c332f xmlns="221fbb9a-23db-4311-a69c-34622b26469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360607d15cd3ba6bc1b1206b5ab58707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418f801ce3daba7e05e8e0f00fba8a3d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5C0892-D583-430B-AD43-D1A4EB1EE043}">
  <ds:schemaRefs>
    <ds:schemaRef ds:uri="1b3b1065-ae42-4d8a-aa8c-0a73a17faba8"/>
    <ds:schemaRef ds:uri="221fbb9a-23db-4311-a69c-34622b2646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6782FBD-C4AD-49F1-B11B-703DF9FAD8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9BB492-93BB-4EF4-B08B-18E3BC9C8765}">
  <ds:schemaRefs>
    <ds:schemaRef ds:uri="1b3b1065-ae42-4d8a-aa8c-0a73a17faba8"/>
    <ds:schemaRef ds:uri="221fbb9a-23db-4311-a69c-34622b2646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467</Words>
  <Application>Microsoft Office PowerPoint</Application>
  <PresentationFormat>Widescreen</PresentationFormat>
  <Paragraphs>88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Splash Screen</vt:lpstr>
      <vt:lpstr>Title Slide</vt:lpstr>
      <vt:lpstr>Main Content</vt:lpstr>
      <vt:lpstr>End Screen</vt:lpstr>
      <vt:lpstr>PowerPoint Presentation</vt:lpstr>
      <vt:lpstr>PowerPoint Presentation</vt:lpstr>
      <vt:lpstr>PowerPoint Presentation</vt:lpstr>
      <vt:lpstr>What is our idea</vt:lpstr>
      <vt:lpstr>How we implemented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SharePoint Europe Systems</dc:creator>
  <cp:lastModifiedBy>Guido Zambarda</cp:lastModifiedBy>
  <cp:revision>99</cp:revision>
  <dcterms:created xsi:type="dcterms:W3CDTF">2016-06-21T09:22:52Z</dcterms:created>
  <dcterms:modified xsi:type="dcterms:W3CDTF">2025-11-19T16:33:51Z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0x010100A051F54D7AD26C459333D1AFF09839BE</vt:lpwstr>
  </property>
  <property fmtid="{D5CDD505-2E9C-101B-9397-08002B2CF9AE}" pid="3" name="MediaServiceImageTags">
    <vt:lpwstr/>
  </property>
</Properties>
</file>