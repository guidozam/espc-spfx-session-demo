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  <p:sldMasterId id="2147483680" r:id="rId5"/>
    <p:sldMasterId id="2147483682" r:id="rId6"/>
    <p:sldMasterId id="2147483684" r:id="rId7"/>
  </p:sldMasterIdLst>
  <p:notesMasterIdLst>
    <p:notesMasterId r:id="rId26"/>
  </p:notesMasterIdLst>
  <p:sldIdLst>
    <p:sldId id="256" r:id="rId8"/>
    <p:sldId id="258" r:id="rId9"/>
    <p:sldId id="292" r:id="rId10"/>
    <p:sldId id="290" r:id="rId11"/>
    <p:sldId id="261" r:id="rId12"/>
    <p:sldId id="274" r:id="rId13"/>
    <p:sldId id="285" r:id="rId14"/>
    <p:sldId id="286" r:id="rId15"/>
    <p:sldId id="287" r:id="rId16"/>
    <p:sldId id="275" r:id="rId17"/>
    <p:sldId id="288" r:id="rId18"/>
    <p:sldId id="276" r:id="rId19"/>
    <p:sldId id="289" r:id="rId20"/>
    <p:sldId id="277" r:id="rId21"/>
    <p:sldId id="283" r:id="rId22"/>
    <p:sldId id="295" r:id="rId23"/>
    <p:sldId id="293" r:id="rId24"/>
    <p:sldId id="27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y Glasheen" initials="RG" lastIdx="1" clrIdx="0">
    <p:extLst>
      <p:ext uri="{19B8F6BF-5375-455C-9EA6-DF929625EA0E}">
        <p15:presenceInfo xmlns:p15="http://schemas.microsoft.com/office/powerpoint/2012/main" userId="S::rglasheen@brightwork.com::785f7a1a-8d11-4bab-9525-84d3cd0677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700"/>
    <a:srgbClr val="FFC300"/>
    <a:srgbClr val="FF4713"/>
    <a:srgbClr val="D0DBFF"/>
    <a:srgbClr val="002B49"/>
    <a:srgbClr val="FF4D00"/>
    <a:srgbClr val="00E2FF"/>
    <a:srgbClr val="00F69B"/>
    <a:srgbClr val="8533A1"/>
    <a:srgbClr val="B2A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6202-A4CB-486B-9FC2-4732B3100DB0}" v="52" dt="2025-11-19T16:33:1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3"/>
    <p:restoredTop sz="70056" autoAdjust="0"/>
  </p:normalViewPr>
  <p:slideViewPr>
    <p:cSldViewPr snapToGrid="0">
      <p:cViewPr>
        <p:scale>
          <a:sx n="103" d="100"/>
          <a:sy n="103" d="100"/>
        </p:scale>
        <p:origin x="67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presProps" Target="pres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do Zambarda" userId="S::guido.zambarda@pialorsi-sistemi.it::a7cb2718-97c5-47ba-9f67-af13f1621b1f" providerId="AD" clId="Web-{51B4B071-1EBC-32C0-9F4A-9A45D0FEC8DE}"/>
    <pc:docChg chg="addSld delSld modSld">
      <pc:chgData name="Guido Zambarda" userId="S::guido.zambarda@pialorsi-sistemi.it::a7cb2718-97c5-47ba-9f67-af13f1621b1f" providerId="AD" clId="Web-{51B4B071-1EBC-32C0-9F4A-9A45D0FEC8DE}" dt="2025-10-26T12:01:52.089" v="414" actId="20577"/>
      <pc:docMkLst>
        <pc:docMk/>
      </pc:docMkLst>
      <pc:sldChg chg="delSp modSp">
        <pc:chgData name="Guido Zambarda" userId="S::guido.zambarda@pialorsi-sistemi.it::a7cb2718-97c5-47ba-9f67-af13f1621b1f" providerId="AD" clId="Web-{51B4B071-1EBC-32C0-9F4A-9A45D0FEC8DE}" dt="2025-10-25T10:15:49.977" v="5"/>
        <pc:sldMkLst>
          <pc:docMk/>
          <pc:sldMk cId="3080557386" sldId="256"/>
        </pc:sldMkLst>
      </pc:sldChg>
      <pc:sldChg chg="modSp">
        <pc:chgData name="Guido Zambarda" userId="S::guido.zambarda@pialorsi-sistemi.it::a7cb2718-97c5-47ba-9f67-af13f1621b1f" providerId="AD" clId="Web-{51B4B071-1EBC-32C0-9F4A-9A45D0FEC8DE}" dt="2025-10-26T11:51:49.523" v="385" actId="20577"/>
        <pc:sldMkLst>
          <pc:docMk/>
          <pc:sldMk cId="1474078492" sldId="261"/>
        </pc:sldMkLst>
        <pc:spChg chg="mod">
          <ac:chgData name="Guido Zambarda" userId="S::guido.zambarda@pialorsi-sistemi.it::a7cb2718-97c5-47ba-9f67-af13f1621b1f" providerId="AD" clId="Web-{51B4B071-1EBC-32C0-9F4A-9A45D0FEC8DE}" dt="2025-10-26T11:51:49.523" v="385" actId="20577"/>
          <ac:spMkLst>
            <pc:docMk/>
            <pc:sldMk cId="1474078492" sldId="261"/>
            <ac:spMk id="3" creationId="{16B9935E-E93C-3340-8D3C-C7F133794DBC}"/>
          </ac:spMkLst>
        </pc:spChg>
      </pc:sldChg>
      <pc:sldChg chg="modNotes">
        <pc:chgData name="Guido Zambarda" userId="S::guido.zambarda@pialorsi-sistemi.it::a7cb2718-97c5-47ba-9f67-af13f1621b1f" providerId="AD" clId="Web-{51B4B071-1EBC-32C0-9F4A-9A45D0FEC8DE}" dt="2025-10-26T12:00:52.291" v="400"/>
        <pc:sldMkLst>
          <pc:docMk/>
          <pc:sldMk cId="391276983" sldId="267"/>
        </pc:sldMkLst>
      </pc:sldChg>
      <pc:sldChg chg="addSp delSp modSp">
        <pc:chgData name="Guido Zambarda" userId="S::guido.zambarda@pialorsi-sistemi.it::a7cb2718-97c5-47ba-9f67-af13f1621b1f" providerId="AD" clId="Web-{51B4B071-1EBC-32C0-9F4A-9A45D0FEC8DE}" dt="2025-10-25T10:24:21.026" v="37" actId="20577"/>
        <pc:sldMkLst>
          <pc:docMk/>
          <pc:sldMk cId="1510906715" sldId="268"/>
        </pc:sldMkLst>
        <pc:spChg chg="mod">
          <ac:chgData name="Guido Zambarda" userId="S::guido.zambarda@pialorsi-sistemi.it::a7cb2718-97c5-47ba-9f67-af13f1621b1f" providerId="AD" clId="Web-{51B4B071-1EBC-32C0-9F4A-9A45D0FEC8DE}" dt="2025-10-25T10:24:15.604" v="36" actId="20577"/>
          <ac:spMkLst>
            <pc:docMk/>
            <pc:sldMk cId="1510906715" sldId="268"/>
            <ac:spMk id="4" creationId="{CAAA7AA9-9140-5346-A9FC-23FD73C93F15}"/>
          </ac:spMkLst>
        </pc:spChg>
        <pc:spChg chg="add mod">
          <ac:chgData name="Guido Zambarda" userId="S::guido.zambarda@pialorsi-sistemi.it::a7cb2718-97c5-47ba-9f67-af13f1621b1f" providerId="AD" clId="Web-{51B4B071-1EBC-32C0-9F4A-9A45D0FEC8DE}" dt="2025-10-25T10:24:21.026" v="37" actId="20577"/>
          <ac:spMkLst>
            <pc:docMk/>
            <pc:sldMk cId="1510906715" sldId="268"/>
            <ac:spMk id="6" creationId="{C2B3D700-FF9C-8547-6370-A2A0964820D6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44.480" v="412" actId="20577"/>
        <pc:sldMkLst>
          <pc:docMk/>
          <pc:sldMk cId="1577633904" sldId="275"/>
        </pc:sldMkLst>
        <pc:spChg chg="mod">
          <ac:chgData name="Guido Zambarda" userId="S::guido.zambarda@pialorsi-sistemi.it::a7cb2718-97c5-47ba-9f67-af13f1621b1f" providerId="AD" clId="Web-{51B4B071-1EBC-32C0-9F4A-9A45D0FEC8DE}" dt="2025-10-26T12:01:44.480" v="412" actId="20577"/>
          <ac:spMkLst>
            <pc:docMk/>
            <pc:sldMk cId="1577633904" sldId="275"/>
            <ac:spMk id="4" creationId="{EC96C119-CC06-C306-4CB9-E960002CC49B}"/>
          </ac:spMkLst>
        </pc:spChg>
        <pc:spChg chg="mod">
          <ac:chgData name="Guido Zambarda" userId="S::guido.zambarda@pialorsi-sistemi.it::a7cb2718-97c5-47ba-9f67-af13f1621b1f" providerId="AD" clId="Web-{51B4B071-1EBC-32C0-9F4A-9A45D0FEC8DE}" dt="2025-10-26T12:01:25.354" v="405" actId="20577"/>
          <ac:spMkLst>
            <pc:docMk/>
            <pc:sldMk cId="1577633904" sldId="275"/>
            <ac:spMk id="6" creationId="{CD4ED05C-D796-6842-5DCE-FF0250A5A793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52.089" v="414" actId="20577"/>
        <pc:sldMkLst>
          <pc:docMk/>
          <pc:sldMk cId="1979839893" sldId="276"/>
        </pc:sldMkLst>
        <pc:spChg chg="mod">
          <ac:chgData name="Guido Zambarda" userId="S::guido.zambarda@pialorsi-sistemi.it::a7cb2718-97c5-47ba-9f67-af13f1621b1f" providerId="AD" clId="Web-{51B4B071-1EBC-32C0-9F4A-9A45D0FEC8DE}" dt="2025-10-26T12:01:52.089" v="414" actId="20577"/>
          <ac:spMkLst>
            <pc:docMk/>
            <pc:sldMk cId="1979839893" sldId="276"/>
            <ac:spMk id="4" creationId="{0CBA97D0-9053-786F-6374-AD269EB13774}"/>
          </ac:spMkLst>
        </pc:spChg>
      </pc:sldChg>
    </pc:docChg>
  </pc:docChgLst>
  <pc:docChgLst>
    <pc:chgData name="Guido Zambarda" userId="S::guido.zambarda@pialorsi-sistemi.it::a7cb2718-97c5-47ba-9f67-af13f1621b1f" providerId="AD" clId="Web-{BD003442-3404-14AA-036D-A5F3D81CF0B2}"/>
    <pc:docChg chg="addSld modSld">
      <pc:chgData name="Guido Zambarda" userId="S::guido.zambarda@pialorsi-sistemi.it::a7cb2718-97c5-47ba-9f67-af13f1621b1f" providerId="AD" clId="Web-{BD003442-3404-14AA-036D-A5F3D81CF0B2}" dt="2025-10-26T12:31:01.175" v="224"/>
      <pc:docMkLst>
        <pc:docMk/>
      </pc:docMkLst>
      <pc:sldChg chg="delSp">
        <pc:chgData name="Guido Zambarda" userId="S::guido.zambarda@pialorsi-sistemi.it::a7cb2718-97c5-47ba-9f67-af13f1621b1f" providerId="AD" clId="Web-{BD003442-3404-14AA-036D-A5F3D81CF0B2}" dt="2025-10-26T12:03:19.178" v="4"/>
        <pc:sldMkLst>
          <pc:docMk/>
          <pc:sldMk cId="1510906715" sldId="268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3.990" v="1"/>
        <pc:sldMkLst>
          <pc:docMk/>
          <pc:sldMk cId="1577633904" sldId="275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4.037" v="3"/>
        <pc:sldMkLst>
          <pc:docMk/>
          <pc:sldMk cId="1979839893" sldId="276"/>
        </pc:sldMkLst>
      </pc:sldChg>
      <pc:sldChg chg="modSp add replId modNotes">
        <pc:chgData name="Guido Zambarda" userId="S::guido.zambarda@pialorsi-sistemi.it::a7cb2718-97c5-47ba-9f67-af13f1621b1f" providerId="AD" clId="Web-{BD003442-3404-14AA-036D-A5F3D81CF0B2}" dt="2025-10-26T12:31:01.175" v="224"/>
        <pc:sldMkLst>
          <pc:docMk/>
          <pc:sldMk cId="1791411079" sldId="277"/>
        </pc:sldMkLst>
        <pc:spChg chg="mod">
          <ac:chgData name="Guido Zambarda" userId="S::guido.zambarda@pialorsi-sistemi.it::a7cb2718-97c5-47ba-9f67-af13f1621b1f" providerId="AD" clId="Web-{BD003442-3404-14AA-036D-A5F3D81CF0B2}" dt="2025-10-26T12:21:21.679" v="7" actId="20577"/>
          <ac:spMkLst>
            <pc:docMk/>
            <pc:sldMk cId="1791411079" sldId="277"/>
            <ac:spMk id="4" creationId="{9BECF586-6BE8-1AC6-199B-62FA7165E697}"/>
          </ac:spMkLst>
        </pc:spChg>
      </pc:sldChg>
    </pc:docChg>
  </pc:docChgLst>
  <pc:docChgLst>
    <pc:chgData name="Guido Zambarda" userId="a7cb2718-97c5-47ba-9f67-af13f1621b1f" providerId="ADAL" clId="{1245DFA2-3570-4870-AE56-76A7D1F945EE}"/>
    <pc:docChg chg="custSel addSld delSld modSld">
      <pc:chgData name="Guido Zambarda" userId="a7cb2718-97c5-47ba-9f67-af13f1621b1f" providerId="ADAL" clId="{1245DFA2-3570-4870-AE56-76A7D1F945EE}" dt="2025-11-19T16:33:42.192" v="138" actId="108"/>
      <pc:docMkLst>
        <pc:docMk/>
      </pc:docMkLst>
      <pc:sldChg chg="addSp delSp mod">
        <pc:chgData name="Guido Zambarda" userId="a7cb2718-97c5-47ba-9f67-af13f1621b1f" providerId="ADAL" clId="{1245DFA2-3570-4870-AE56-76A7D1F945EE}" dt="2025-11-19T15:21:34.707" v="1" actId="478"/>
        <pc:sldMkLst>
          <pc:docMk/>
          <pc:sldMk cId="1474078492" sldId="261"/>
        </pc:sldMkLst>
        <pc:graphicFrameChg chg="add del">
          <ac:chgData name="Guido Zambarda" userId="a7cb2718-97c5-47ba-9f67-af13f1621b1f" providerId="ADAL" clId="{1245DFA2-3570-4870-AE56-76A7D1F945EE}" dt="2025-11-19T15:21:34.707" v="1" actId="478"/>
          <ac:graphicFrameMkLst>
            <pc:docMk/>
            <pc:sldMk cId="1474078492" sldId="261"/>
            <ac:graphicFrameMk id="4" creationId="{76C81FBA-A2DC-62BB-B5E2-80362E184A15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1157289511" sldId="262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326974690" sldId="263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577289732" sldId="264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735981974" sldId="265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998035033" sldId="266"/>
        </pc:sldMkLst>
      </pc:sldChg>
      <pc:sldChg chg="addSp delSp modSp del mod">
        <pc:chgData name="Guido Zambarda" userId="a7cb2718-97c5-47ba-9f67-af13f1621b1f" providerId="ADAL" clId="{1245DFA2-3570-4870-AE56-76A7D1F945EE}" dt="2025-11-19T16:33:08.113" v="134" actId="2696"/>
        <pc:sldMkLst>
          <pc:docMk/>
          <pc:sldMk cId="1510906715" sldId="268"/>
        </pc:sldMkLst>
        <pc:graphicFrameChg chg="add del mod">
          <ac:chgData name="Guido Zambarda" userId="a7cb2718-97c5-47ba-9f67-af13f1621b1f" providerId="ADAL" clId="{1245DFA2-3570-4870-AE56-76A7D1F945EE}" dt="2025-11-19T15:33:47.802" v="23" actId="478"/>
          <ac:graphicFrameMkLst>
            <pc:docMk/>
            <pc:sldMk cId="1510906715" sldId="268"/>
            <ac:graphicFrameMk id="2" creationId="{A9853F09-905D-6BDE-699C-648878F26910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05:30.001" v="104" actId="478"/>
          <ac:graphicFrameMkLst>
            <pc:docMk/>
            <pc:sldMk cId="1510906715" sldId="268"/>
            <ac:graphicFrameMk id="3" creationId="{9A86B3A5-6027-5651-B8E0-487B8520E095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26:22.957" v="132" actId="478"/>
          <ac:graphicFrameMkLst>
            <pc:docMk/>
            <pc:sldMk cId="1510906715" sldId="268"/>
            <ac:graphicFrameMk id="5" creationId="{A5119E83-570E-7AB5-C02A-CC646229BFF4}"/>
          </ac:graphicFrameMkLst>
        </pc:graphicFrameChg>
        <pc:graphicFrameChg chg="del mod">
          <ac:chgData name="Guido Zambarda" userId="a7cb2718-97c5-47ba-9f67-af13f1621b1f" providerId="ADAL" clId="{1245DFA2-3570-4870-AE56-76A7D1F945EE}" dt="2025-11-19T15:22:06.660" v="4" actId="478"/>
          <ac:graphicFrameMkLst>
            <pc:docMk/>
            <pc:sldMk cId="1510906715" sldId="268"/>
            <ac:graphicFrameMk id="7" creationId="{5EE54CCA-E5D9-A97C-5E1C-DFBE7D7443CB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444015328" sldId="269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656950007" sldId="270"/>
        </pc:sldMkLst>
      </pc:sldChg>
      <pc:sldChg chg="modSp mod">
        <pc:chgData name="Guido Zambarda" userId="a7cb2718-97c5-47ba-9f67-af13f1621b1f" providerId="ADAL" clId="{1245DFA2-3570-4870-AE56-76A7D1F945EE}" dt="2025-11-19T16:08:43.029" v="129" actId="20577"/>
        <pc:sldMkLst>
          <pc:docMk/>
          <pc:sldMk cId="3371544980" sldId="274"/>
        </pc:sldMkLst>
        <pc:spChg chg="mod">
          <ac:chgData name="Guido Zambarda" userId="a7cb2718-97c5-47ba-9f67-af13f1621b1f" providerId="ADAL" clId="{1245DFA2-3570-4870-AE56-76A7D1F945EE}" dt="2025-11-19T16:08:43.029" v="129" actId="20577"/>
          <ac:spMkLst>
            <pc:docMk/>
            <pc:sldMk cId="3371544980" sldId="274"/>
            <ac:spMk id="2" creationId="{6FC510B7-7B6C-7C04-BE14-D15C362450EF}"/>
          </ac:spMkLst>
        </pc:spChg>
      </pc:sldChg>
      <pc:sldChg chg="addSp delSp modSp mod">
        <pc:chgData name="Guido Zambarda" userId="a7cb2718-97c5-47ba-9f67-af13f1621b1f" providerId="ADAL" clId="{1245DFA2-3570-4870-AE56-76A7D1F945EE}" dt="2025-11-19T15:34:37.838" v="25" actId="478"/>
        <pc:sldMkLst>
          <pc:docMk/>
          <pc:sldMk cId="1577633904" sldId="275"/>
        </pc:sldMkLst>
        <pc:graphicFrameChg chg="add del mod">
          <ac:chgData name="Guido Zambarda" userId="a7cb2718-97c5-47ba-9f67-af13f1621b1f" providerId="ADAL" clId="{1245DFA2-3570-4870-AE56-76A7D1F945EE}" dt="2025-11-19T15:34:37.838" v="25" actId="478"/>
          <ac:graphicFrameMkLst>
            <pc:docMk/>
            <pc:sldMk cId="1577633904" sldId="275"/>
            <ac:graphicFrameMk id="2" creationId="{582D6187-CA4D-DF40-3A98-6EC99CF9A8BA}"/>
          </ac:graphicFrameMkLst>
        </pc:graphicFrameChg>
      </pc:sldChg>
      <pc:sldChg chg="modSp mod">
        <pc:chgData name="Guido Zambarda" userId="a7cb2718-97c5-47ba-9f67-af13f1621b1f" providerId="ADAL" clId="{1245DFA2-3570-4870-AE56-76A7D1F945EE}" dt="2025-11-19T15:40:53.578" v="41" actId="20577"/>
        <pc:sldMkLst>
          <pc:docMk/>
          <pc:sldMk cId="1979839893" sldId="276"/>
        </pc:sldMkLst>
        <pc:spChg chg="mod">
          <ac:chgData name="Guido Zambarda" userId="a7cb2718-97c5-47ba-9f67-af13f1621b1f" providerId="ADAL" clId="{1245DFA2-3570-4870-AE56-76A7D1F945EE}" dt="2025-11-19T15:40:53.578" v="41" actId="20577"/>
          <ac:spMkLst>
            <pc:docMk/>
            <pc:sldMk cId="1979839893" sldId="276"/>
            <ac:spMk id="4" creationId="{0CBA97D0-9053-786F-6374-AD269EB13774}"/>
          </ac:spMkLst>
        </pc:spChg>
      </pc:sldChg>
      <pc:sldChg chg="modSp mod">
        <pc:chgData name="Guido Zambarda" userId="a7cb2718-97c5-47ba-9f67-af13f1621b1f" providerId="ADAL" clId="{1245DFA2-3570-4870-AE56-76A7D1F945EE}" dt="2025-11-19T15:46:10.299" v="62" actId="20577"/>
        <pc:sldMkLst>
          <pc:docMk/>
          <pc:sldMk cId="1791411079" sldId="277"/>
        </pc:sldMkLst>
        <pc:spChg chg="mod">
          <ac:chgData name="Guido Zambarda" userId="a7cb2718-97c5-47ba-9f67-af13f1621b1f" providerId="ADAL" clId="{1245DFA2-3570-4870-AE56-76A7D1F945EE}" dt="2025-11-19T15:46:10.299" v="62" actId="20577"/>
          <ac:spMkLst>
            <pc:docMk/>
            <pc:sldMk cId="1791411079" sldId="277"/>
            <ac:spMk id="4" creationId="{9BECF586-6BE8-1AC6-199B-62FA7165E697}"/>
          </ac:spMkLst>
        </pc:spChg>
      </pc:sldChg>
      <pc:sldChg chg="add">
        <pc:chgData name="Guido Zambarda" userId="a7cb2718-97c5-47ba-9f67-af13f1621b1f" providerId="ADAL" clId="{1245DFA2-3570-4870-AE56-76A7D1F945EE}" dt="2025-11-19T15:33:43.186" v="22" actId="2890"/>
        <pc:sldMkLst>
          <pc:docMk/>
          <pc:sldMk cId="1168151202" sldId="278"/>
        </pc:sldMkLst>
      </pc:sldChg>
      <pc:sldChg chg="modSp add mod">
        <pc:chgData name="Guido Zambarda" userId="a7cb2718-97c5-47ba-9f67-af13f1621b1f" providerId="ADAL" clId="{1245DFA2-3570-4870-AE56-76A7D1F945EE}" dt="2025-11-19T16:14:43.455" v="130" actId="1076"/>
        <pc:sldMkLst>
          <pc:docMk/>
          <pc:sldMk cId="4057030523" sldId="279"/>
        </pc:sldMkLst>
        <pc:graphicFrameChg chg="mod">
          <ac:chgData name="Guido Zambarda" userId="a7cb2718-97c5-47ba-9f67-af13f1621b1f" providerId="ADAL" clId="{1245DFA2-3570-4870-AE56-76A7D1F945EE}" dt="2025-11-19T16:14:43.455" v="130" actId="1076"/>
          <ac:graphicFrameMkLst>
            <pc:docMk/>
            <pc:sldMk cId="4057030523" sldId="279"/>
            <ac:graphicFrameMk id="2" creationId="{A45B9582-E3B7-5FD5-D1EC-C428FFBF9EC2}"/>
          </ac:graphicFrameMkLst>
        </pc:graphicFrameChg>
      </pc:sldChg>
      <pc:sldChg chg="addSp modSp add mod">
        <pc:chgData name="Guido Zambarda" userId="a7cb2718-97c5-47ba-9f67-af13f1621b1f" providerId="ADAL" clId="{1245DFA2-3570-4870-AE56-76A7D1F945EE}" dt="2025-11-19T15:41:17.236" v="47" actId="1076"/>
        <pc:sldMkLst>
          <pc:docMk/>
          <pc:sldMk cId="1232860560" sldId="280"/>
        </pc:sldMkLst>
        <pc:graphicFrameChg chg="add mod">
          <ac:chgData name="Guido Zambarda" userId="a7cb2718-97c5-47ba-9f67-af13f1621b1f" providerId="ADAL" clId="{1245DFA2-3570-4870-AE56-76A7D1F945EE}" dt="2025-11-19T15:41:17.236" v="47" actId="1076"/>
          <ac:graphicFrameMkLst>
            <pc:docMk/>
            <pc:sldMk cId="1232860560" sldId="280"/>
            <ac:graphicFrameMk id="2" creationId="{F1F174B0-FE5B-3090-4CDC-8A9DB0BA3B3A}"/>
          </ac:graphicFrameMkLst>
        </pc:graphicFrameChg>
      </pc:sldChg>
      <pc:sldChg chg="add">
        <pc:chgData name="Guido Zambarda" userId="a7cb2718-97c5-47ba-9f67-af13f1621b1f" providerId="ADAL" clId="{1245DFA2-3570-4870-AE56-76A7D1F945EE}" dt="2025-11-19T15:41:28.896" v="48" actId="2890"/>
        <pc:sldMkLst>
          <pc:docMk/>
          <pc:sldMk cId="3238921738" sldId="281"/>
        </pc:sldMkLst>
      </pc:sldChg>
      <pc:sldChg chg="addSp modSp add mod modNotesTx">
        <pc:chgData name="Guido Zambarda" userId="a7cb2718-97c5-47ba-9f67-af13f1621b1f" providerId="ADAL" clId="{1245DFA2-3570-4870-AE56-76A7D1F945EE}" dt="2025-11-19T15:52:48.396" v="98" actId="20577"/>
        <pc:sldMkLst>
          <pc:docMk/>
          <pc:sldMk cId="2712857754" sldId="282"/>
        </pc:sldMkLst>
        <pc:graphicFrameChg chg="add mod">
          <ac:chgData name="Guido Zambarda" userId="a7cb2718-97c5-47ba-9f67-af13f1621b1f" providerId="ADAL" clId="{1245DFA2-3570-4870-AE56-76A7D1F945EE}" dt="2025-11-19T15:46:27.556" v="67" actId="1076"/>
          <ac:graphicFrameMkLst>
            <pc:docMk/>
            <pc:sldMk cId="2712857754" sldId="282"/>
            <ac:graphicFrameMk id="2" creationId="{259E4729-93C9-3900-6DC4-27254095C5F2}"/>
          </ac:graphicFrameMkLst>
        </pc:graphicFrameChg>
      </pc:sldChg>
      <pc:sldChg chg="delSp modSp add mod">
        <pc:chgData name="Guido Zambarda" userId="a7cb2718-97c5-47ba-9f67-af13f1621b1f" providerId="ADAL" clId="{1245DFA2-3570-4870-AE56-76A7D1F945EE}" dt="2025-11-19T15:52:09.637" v="95" actId="20577"/>
        <pc:sldMkLst>
          <pc:docMk/>
          <pc:sldMk cId="3241895489" sldId="283"/>
        </pc:sldMkLst>
        <pc:spChg chg="mod">
          <ac:chgData name="Guido Zambarda" userId="a7cb2718-97c5-47ba-9f67-af13f1621b1f" providerId="ADAL" clId="{1245DFA2-3570-4870-AE56-76A7D1F945EE}" dt="2025-11-19T15:52:09.637" v="95" actId="20577"/>
          <ac:spMkLst>
            <pc:docMk/>
            <pc:sldMk cId="3241895489" sldId="283"/>
            <ac:spMk id="4" creationId="{83D9FABE-D2EB-8F44-635D-A8EC1D6FBFF3}"/>
          </ac:spMkLst>
        </pc:spChg>
        <pc:graphicFrameChg chg="del">
          <ac:chgData name="Guido Zambarda" userId="a7cb2718-97c5-47ba-9f67-af13f1621b1f" providerId="ADAL" clId="{1245DFA2-3570-4870-AE56-76A7D1F945EE}" dt="2025-11-19T15:51:58.509" v="69" actId="478"/>
          <ac:graphicFrameMkLst>
            <pc:docMk/>
            <pc:sldMk cId="3241895489" sldId="283"/>
            <ac:graphicFrameMk id="2" creationId="{064A0B4A-301C-5823-3DC3-5BADFB23F238}"/>
          </ac:graphicFrameMkLst>
        </pc:graphicFrameChg>
      </pc:sldChg>
      <pc:sldChg chg="addSp modSp add mod modNotesTx">
        <pc:chgData name="Guido Zambarda" userId="a7cb2718-97c5-47ba-9f67-af13f1621b1f" providerId="ADAL" clId="{1245DFA2-3570-4870-AE56-76A7D1F945EE}" dt="2025-11-19T15:53:23.609" v="101" actId="1076"/>
        <pc:sldMkLst>
          <pc:docMk/>
          <pc:sldMk cId="1744574347" sldId="284"/>
        </pc:sldMkLst>
        <pc:graphicFrameChg chg="add mod">
          <ac:chgData name="Guido Zambarda" userId="a7cb2718-97c5-47ba-9f67-af13f1621b1f" providerId="ADAL" clId="{1245DFA2-3570-4870-AE56-76A7D1F945EE}" dt="2025-11-19T15:53:23.609" v="101" actId="1076"/>
          <ac:graphicFrameMkLst>
            <pc:docMk/>
            <pc:sldMk cId="1744574347" sldId="284"/>
            <ac:graphicFrameMk id="2" creationId="{F10467F8-A133-FB87-24FB-0D850252A188}"/>
          </ac:graphicFrameMkLst>
        </pc:graphicFrameChg>
      </pc:sldChg>
      <pc:sldChg chg="addSp delSp modSp new mod">
        <pc:chgData name="Guido Zambarda" userId="a7cb2718-97c5-47ba-9f67-af13f1621b1f" providerId="ADAL" clId="{1245DFA2-3570-4870-AE56-76A7D1F945EE}" dt="2025-11-19T16:33:42.192" v="138" actId="108"/>
        <pc:sldMkLst>
          <pc:docMk/>
          <pc:sldMk cId="3076494489" sldId="285"/>
        </pc:sldMkLst>
        <pc:spChg chg="del">
          <ac:chgData name="Guido Zambarda" userId="a7cb2718-97c5-47ba-9f67-af13f1621b1f" providerId="ADAL" clId="{1245DFA2-3570-4870-AE56-76A7D1F945EE}" dt="2025-11-19T16:33:16.011" v="136" actId="478"/>
          <ac:spMkLst>
            <pc:docMk/>
            <pc:sldMk cId="3076494489" sldId="285"/>
            <ac:spMk id="2" creationId="{43F57928-BEDC-C12A-F811-ED44D84B205B}"/>
          </ac:spMkLst>
        </pc:spChg>
        <pc:spChg chg="del">
          <ac:chgData name="Guido Zambarda" userId="a7cb2718-97c5-47ba-9f67-af13f1621b1f" providerId="ADAL" clId="{1245DFA2-3570-4870-AE56-76A7D1F945EE}" dt="2025-11-19T16:33:14.367" v="135" actId="478"/>
          <ac:spMkLst>
            <pc:docMk/>
            <pc:sldMk cId="3076494489" sldId="285"/>
            <ac:spMk id="3" creationId="{A258FBFD-7DDF-B9A7-5571-7C7A3CF56C08}"/>
          </ac:spMkLst>
        </pc:spChg>
        <pc:spChg chg="add mod">
          <ac:chgData name="Guido Zambarda" userId="a7cb2718-97c5-47ba-9f67-af13f1621b1f" providerId="ADAL" clId="{1245DFA2-3570-4870-AE56-76A7D1F945EE}" dt="2025-11-19T16:33:42.192" v="138" actId="108"/>
          <ac:spMkLst>
            <pc:docMk/>
            <pc:sldMk cId="3076494489" sldId="285"/>
            <ac:spMk id="4" creationId="{334F4A96-F857-4CDB-F623-980B6FE66A6B}"/>
          </ac:spMkLst>
        </pc:spChg>
        <pc:spChg chg="add mod">
          <ac:chgData name="Guido Zambarda" userId="a7cb2718-97c5-47ba-9f67-af13f1621b1f" providerId="ADAL" clId="{1245DFA2-3570-4870-AE56-76A7D1F945EE}" dt="2025-11-19T16:33:16.906" v="137"/>
          <ac:spMkLst>
            <pc:docMk/>
            <pc:sldMk cId="3076494489" sldId="285"/>
            <ac:spMk id="5" creationId="{4A36E167-F344-34D1-1DB2-D4239A4429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4B101-3225-4967-95B5-ED5755256DE0}" type="datetimeFigureOut">
              <a:rPr lang="en-GB" smtClean="0"/>
              <a:t>23/11/2025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8C794-77EE-4724-B493-2E0907BFA5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31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 dirty="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20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11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2B19-CA49-B01C-9F0E-1130D3547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8658E-A52B-15A0-B59C-CED62EA5B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2A3EFD-B76D-CAB9-2346-019FBBE62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54FB59-7A88-7720-4382-BC325F314C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2803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BBE75-F678-AFDF-4F5B-AD65EC4AB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969DE6-05C7-07E5-8D0C-ABAE45061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38634E-5DFA-E5EA-C6C9-B18F8732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Ask audience questions like: </a:t>
            </a:r>
            <a:endParaRPr lang="en-US" dirty="0"/>
          </a:p>
          <a:p>
            <a:pPr marL="171450" indent="-171450">
              <a:buFont typeface="Calibri"/>
              <a:buChar char="-"/>
            </a:pPr>
            <a:r>
              <a:rPr lang="en-IE" dirty="0"/>
              <a:t>Do you use pipelines? You should, after the session go and create your own.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package the solution on your own hardware?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have different environment set up?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cs typeface="Calibri"/>
              </a:rPr>
              <a:t>Who likes demo more than slides? </a:t>
            </a:r>
            <a:r>
              <a:rPr lang="en-IE" dirty="0">
                <a:cs typeface="Calibri"/>
                <a:sym typeface="Wingdings" pitchFamily="2" charset="2"/>
              </a:rPr>
              <a:t></a:t>
            </a:r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68860E-A0F1-5275-2014-A380EA6C0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86372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rial"/>
                <a:cs typeface="Arial"/>
              </a:rPr>
              <a:t>New colleagues will have the best time putting their hands on the project for the first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latin typeface="Arial"/>
              <a:cs typeface="Aria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04024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54A13-7811-0FAE-8B0B-47E7B52C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4A10F-10FB-C363-E997-EA1DD9C0E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0BCF-7930-530F-4F97-3B8CCBC4A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part over a list form customizer to allow data to be sent to external systems (e.g., SQL, CRM) and not just SharePoint.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Unit tests are written for business logic, with a focus on conditions and validation. Peter Paul emphasized the importance of two-person review—one writes tests, another implements logic—to catch errors early. 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Playwright is used for automated UI tests, checking DOM elements and visual layout, ensuring the user experience matches business requirements. Screenshots are used for visual regression.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 Handling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Special attention is given to handling API errors (e.g., 429 errors), with mocking strategies for development and end-to-end tests. 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CI/CD Pipeline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GitHub Actions automate environment setup, dependency installation, solution bundling, unit tests, packaging, deployment, and UI tests. Secrets and environment variables are managed for security.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59EAB-4A7B-C84C-AA95-82EC76B2B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605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AC6C-8741-79FD-C830-353BF90C4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3E1990-444C-AD0A-7FF6-85CD6BB42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4154A-8546-8090-4507-A01E1F820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What is a component?</a:t>
            </a:r>
          </a:p>
          <a:p>
            <a:r>
              <a:rPr lang="en-US" dirty="0"/>
              <a:t>A component is a self-contained, reusable piece of software—such as a function, class, or UI element—that performs a specific role within an application.</a:t>
            </a:r>
          </a:p>
          <a:p>
            <a:endParaRPr lang="en-US" dirty="0"/>
          </a:p>
          <a:p>
            <a:r>
              <a:rPr lang="en-US" b="1" dirty="0"/>
              <a:t>More possible component types</a:t>
            </a:r>
          </a:p>
          <a:p>
            <a:r>
              <a:rPr lang="en-US" dirty="0"/>
              <a:t>Designing your system with a variety of component types allows for greater flexibility and adaptability.</a:t>
            </a:r>
          </a:p>
          <a:p>
            <a:r>
              <a:rPr lang="en-US" dirty="0"/>
              <a:t>Each component can be tested in isolation, ensuring reliability and easier maintenance.</a:t>
            </a:r>
          </a:p>
          <a:p>
            <a:endParaRPr lang="en-US" dirty="0"/>
          </a:p>
          <a:p>
            <a:r>
              <a:rPr lang="en-US" b="1" dirty="0"/>
              <a:t>Why more components is better than less</a:t>
            </a:r>
          </a:p>
          <a:p>
            <a:r>
              <a:rPr lang="en-US" dirty="0"/>
              <a:t>More components mean finer granularity in testing, making it easier to pinpoint issues and extend functionality.</a:t>
            </a:r>
          </a:p>
          <a:p>
            <a:r>
              <a:rPr lang="en-US" dirty="0"/>
              <a:t>Encourages modular design, which supports scalability and team collaboration.</a:t>
            </a:r>
          </a:p>
          <a:p>
            <a:endParaRPr lang="en-US" dirty="0"/>
          </a:p>
          <a:p>
            <a:r>
              <a:rPr lang="en-US" b="1" dirty="0"/>
              <a:t>Card example</a:t>
            </a:r>
          </a:p>
          <a:p>
            <a:r>
              <a:rPr lang="en-US" dirty="0"/>
              <a:t>Think of a "card" UI component: it’s a reusable structure that can display different types of content (text, images, actions).</a:t>
            </a:r>
          </a:p>
          <a:p>
            <a:r>
              <a:rPr lang="en-US" dirty="0"/>
              <a:t>Cards can be enhanced over time—add new features, styles, or behaviors—without affecting other parts of the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20E7B-DB96-BB84-F486-8291DF238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72648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D178-C0B9-2116-DE8E-6C6067D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509C8-8059-25B9-F112-B3109B94D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31157-E9C7-7B01-35CD-CAC9D3AC7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AF63-E069-45FB-C636-3FEC83A2F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2722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2399-B1E6-259A-BBB9-859916C1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630D2C-0F1A-A5AD-3BDB-8D10BBAA5D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6B68-DD89-D3C6-4C8B-663C0EADF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What is e2e testing?</a:t>
            </a:r>
          </a:p>
          <a:p>
            <a:r>
              <a:rPr lang="en-US" dirty="0"/>
              <a:t>End-to-end testing verifies that the entire application flow works as expected, simulating real user scenarios from start to finish.</a:t>
            </a:r>
          </a:p>
          <a:p>
            <a:endParaRPr lang="en-US" dirty="0"/>
          </a:p>
          <a:p>
            <a:r>
              <a:rPr lang="en-US" b="1" dirty="0"/>
              <a:t>More possible user journeys</a:t>
            </a:r>
          </a:p>
          <a:p>
            <a:r>
              <a:rPr lang="en-US" dirty="0"/>
              <a:t>Designing for a variety of user journeys ensures your application is robust and can handle different real-world scenarios.</a:t>
            </a:r>
          </a:p>
          <a:p>
            <a:r>
              <a:rPr lang="en-US" dirty="0"/>
              <a:t>Each journey can be tested independently, helping to catch integration issues early.</a:t>
            </a:r>
          </a:p>
          <a:p>
            <a:endParaRPr lang="en-US" dirty="0"/>
          </a:p>
          <a:p>
            <a:r>
              <a:rPr lang="en-US" b="1" dirty="0"/>
              <a:t>Why more user journeys is better than less</a:t>
            </a:r>
          </a:p>
          <a:p>
            <a:r>
              <a:rPr lang="en-US" dirty="0"/>
              <a:t>More journeys mean broader coverage, reducing the risk of missed bugs in complex workflows.</a:t>
            </a:r>
          </a:p>
          <a:p>
            <a:r>
              <a:rPr lang="en-US" dirty="0"/>
              <a:t>Encourages thinking about edge cases and diverse user needs.</a:t>
            </a:r>
          </a:p>
          <a:p>
            <a:endParaRPr lang="en-US" dirty="0"/>
          </a:p>
          <a:p>
            <a:r>
              <a:rPr lang="en-US" b="1" dirty="0"/>
              <a:t>Card example</a:t>
            </a:r>
          </a:p>
          <a:p>
            <a:r>
              <a:rPr lang="en-US" dirty="0"/>
              <a:t>Consider a "card" UI component: e2e tests can verify how cards behave in different contexts (e.g., displaying various data, interacting with other components).</a:t>
            </a:r>
          </a:p>
          <a:p>
            <a:r>
              <a:rPr lang="en-US" dirty="0"/>
              <a:t>As cards evolve, e2e tests ensure enhancements don’t break existing flows.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56057-8F57-3A0E-B88E-0564668D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5045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3853-D80F-F9BD-38A5-5F675563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BDE32-55CC-9F2F-E4D2-12FA30AAA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8900A-7FFB-8C0A-2CA3-C8BF603F0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5C5AA-254C-3A9C-B86A-B802468FE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286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1376-E98D-0D52-97E6-BE532ED48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8AE71-AB59-8C3B-C27F-22F9BB8AEE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3BC22-A7D6-765F-B178-04AE9781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0542DA-0172-2FD6-CE68-82AC0A024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6387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4A03-EDDC-496B-A252-C7FFBF691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EF52-BEF5-A1DD-9400-B0F6CF9FC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63604-03EE-C33D-885B-D60B1D085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2478F-627E-D87B-5821-E7FA3AAF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6037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DC49-A269-D24C-E4C8-75E5BCE1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FAF7C-28B0-293F-58BE-68267837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4D9B9-AA9D-7422-0FFE-2998DA321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0BFFB-821F-4B9A-38C5-7DC704AF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13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368C6-BC84-AB35-94B0-8DD130AFE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3317E1-CB41-7BED-C13E-F88E2AD30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6DF64-D139-5408-7C9A-93A8932C9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 dirty="0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Takeaways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r>
              <a:rPr lang="en-IE" dirty="0">
                <a:ea typeface="Calibri"/>
                <a:cs typeface="Calibri"/>
              </a:rPr>
              <a:t>Highlight the benefits: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If you're on vacation the coworkers are still able to fix bugs without having the dev environment installed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should have different environments (DEV,TEST,STAGING,PROD)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want your off-time to be really an off-time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Don't publish on </a:t>
            </a:r>
            <a:r>
              <a:rPr lang="en-IE" dirty="0" err="1">
                <a:ea typeface="Calibri"/>
                <a:cs typeface="Calibri"/>
              </a:rPr>
              <a:t>friday</a:t>
            </a:r>
            <a:r>
              <a:rPr lang="en-IE" dirty="0">
                <a:ea typeface="Calibri"/>
                <a:cs typeface="Calibri"/>
              </a:rPr>
              <a:t> :)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E5724-FAD0-58C0-B870-982FF0DD5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4281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AAFE2-33DD-2999-9F4F-14A5FD44D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8F79CE-8B7D-AA52-FEC0-79AA345276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DA246-2CBC-C406-EB9E-E7632F47B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6283F3-DE20-F22E-82DC-A1B67DDE5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60656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65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ash Screen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31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31539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in Content (White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9986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7323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5159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175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Dual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0593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2C0C7565-66F8-5E4F-BC70-B52629A037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6600" y="736600"/>
            <a:ext cx="10793413" cy="519588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6598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17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Visual Dat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8442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1C79D75D-1604-BB44-B1C9-298036D703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96264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05221B5-9309-224F-87A9-A3D8D99384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6462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757238"/>
            <a:ext cx="5243512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044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1885950"/>
            <a:ext cx="5100637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AD4D50A4-B734-AD41-8654-79DC681E4E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7913" y="1885950"/>
            <a:ext cx="5372100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9ECF72A8-B638-3842-8B60-7DFC3C6C0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027321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6985212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ontent (White Background)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90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image" Target="../media/image3.jpeg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76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17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9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91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2" r:id="rId2"/>
    <p:sldLayoutId id="2147483689" r:id="rId3"/>
    <p:sldLayoutId id="2147483693" r:id="rId4"/>
    <p:sldLayoutId id="2147483686" r:id="rId5"/>
    <p:sldLayoutId id="2147483687" r:id="rId6"/>
    <p:sldLayoutId id="2147483694" r:id="rId7"/>
    <p:sldLayoutId id="2147483688" r:id="rId8"/>
    <p:sldLayoutId id="2147483690" r:id="rId9"/>
    <p:sldLayoutId id="2147483696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1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jpg"/><Relationship Id="rId5" Type="http://schemas.openxmlformats.org/officeDocument/2006/relationships/image" Target="../media/image8.jpe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alphaModFix amt="99857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055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FE7F2-7594-C345-99E2-801E68C39CBF}"/>
              </a:ext>
            </a:extLst>
          </p:cNvPr>
          <p:cNvSpPr txBox="1"/>
          <p:nvPr/>
        </p:nvSpPr>
        <p:spPr>
          <a:xfrm>
            <a:off x="3925891" y="1396314"/>
            <a:ext cx="8011886" cy="280076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4400"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Calibri Light" charset="0"/>
                <a:cs typeface="Arial" panose="020B0604020202020204" pitchFamily="34" charset="0"/>
              </a:rPr>
              <a:t>Developing, Testing, and Deploying SharePoint Framework Solutions with Success</a:t>
            </a:r>
          </a:p>
        </p:txBody>
      </p:sp>
      <p:pic>
        <p:nvPicPr>
          <p:cNvPr id="2052" name="Picture 4" descr="Two men posing for a selfie&#10;&#10;AI-generated content may be incorrect.">
            <a:extLst>
              <a:ext uri="{FF2B5EF4-FFF2-40B4-BE49-F238E27FC236}">
                <a16:creationId xmlns:a16="http://schemas.microsoft.com/office/drawing/2014/main" id="{FD06EAEF-DE6D-F7D3-3275-EA7C5BDA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688" y="1539749"/>
            <a:ext cx="3297136" cy="2472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04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912B7-03E4-8F76-5540-2BA36BADD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A79C0E-07FE-81F7-7579-D07CB353BD7B}"/>
              </a:ext>
            </a:extLst>
          </p:cNvPr>
          <p:cNvSpPr txBox="1"/>
          <p:nvPr/>
        </p:nvSpPr>
        <p:spPr>
          <a:xfrm>
            <a:off x="3843545" y="3670698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</a:t>
            </a:r>
            <a:r>
              <a:rPr lang="en-GB" sz="3400" b="1" dirty="0" err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Zambarda</a:t>
            </a:r>
            <a:r>
              <a:rPr lang="en-GB" sz="34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31073-F140-9391-5E04-D1689293281C}"/>
              </a:ext>
            </a:extLst>
          </p:cNvPr>
          <p:cNvSpPr txBox="1"/>
          <p:nvPr/>
        </p:nvSpPr>
        <p:spPr>
          <a:xfrm>
            <a:off x="3843545" y="428625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 dirty="0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dirty="0" err="1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 dirty="0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  <p:pic>
        <p:nvPicPr>
          <p:cNvPr id="8" name="Picture 7" descr="A person smiling for the camera&#10;&#10;AI-generated content may be incorrect.">
            <a:extLst>
              <a:ext uri="{FF2B5EF4-FFF2-40B4-BE49-F238E27FC236}">
                <a16:creationId xmlns:a16="http://schemas.microsoft.com/office/drawing/2014/main" id="{24972705-90FF-49CC-0645-0DF15BC81F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804" y="3429001"/>
            <a:ext cx="1714500" cy="1714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C4BE2F-EB7F-F2D3-9202-88D64D5295AB}"/>
              </a:ext>
            </a:extLst>
          </p:cNvPr>
          <p:cNvSpPr txBox="1"/>
          <p:nvPr/>
        </p:nvSpPr>
        <p:spPr>
          <a:xfrm>
            <a:off x="3843545" y="1494532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F2659D-0BC8-4DBC-50E2-5BC4B7EF2A50}"/>
              </a:ext>
            </a:extLst>
          </p:cNvPr>
          <p:cNvSpPr txBox="1"/>
          <p:nvPr/>
        </p:nvSpPr>
        <p:spPr>
          <a:xfrm>
            <a:off x="3843545" y="211008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 dirty="0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Austria​</a:t>
            </a:r>
          </a:p>
        </p:txBody>
      </p:sp>
      <p:pic>
        <p:nvPicPr>
          <p:cNvPr id="11" name="Picture 10" descr="A person wearing glasses and a black polo shirt&#10;&#10;AI-generated content may be incorrect.">
            <a:extLst>
              <a:ext uri="{FF2B5EF4-FFF2-40B4-BE49-F238E27FC236}">
                <a16:creationId xmlns:a16="http://schemas.microsoft.com/office/drawing/2014/main" id="{869DA7B3-0F95-433B-9902-84F9F8A0BB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23" t="6603" r="20084" b="47467"/>
          <a:stretch>
            <a:fillRect/>
          </a:stretch>
        </p:blipFill>
        <p:spPr>
          <a:xfrm>
            <a:off x="1681804" y="1252835"/>
            <a:ext cx="1736885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09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B9096-C85A-9589-39C8-3D89FBC1C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DAB181-F5E4-B8D1-C170-062D909BD6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Introduction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&amp; steps performed</a:t>
            </a:r>
          </a:p>
        </p:txBody>
      </p:sp>
    </p:spTree>
    <p:extLst>
      <p:ext uri="{BB962C8B-B14F-4D97-AF65-F5344CB8AC3E}">
        <p14:creationId xmlns:p14="http://schemas.microsoft.com/office/powerpoint/2010/main" val="2729831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A4B-103B-A243-ACCD-0C9FE738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What is our idea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9935E-E93C-3340-8D3C-C7F133794D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latin typeface="Arial"/>
                <a:cs typeface="Arial"/>
              </a:rPr>
              <a:t>Company logics to manage customers</a:t>
            </a:r>
          </a:p>
          <a:p>
            <a:r>
              <a:rPr lang="en-US" dirty="0">
                <a:latin typeface="Arial"/>
                <a:cs typeface="Arial"/>
              </a:rPr>
              <a:t>The creation of new customer can trigger multiple workflows</a:t>
            </a:r>
          </a:p>
          <a:p>
            <a:r>
              <a:rPr lang="en-US" dirty="0">
                <a:latin typeface="Arial"/>
                <a:cs typeface="Arial"/>
              </a:rPr>
              <a:t>We're covering a small part of a bigger solution</a:t>
            </a:r>
          </a:p>
          <a:p>
            <a:r>
              <a:rPr lang="en-US" dirty="0">
                <a:latin typeface="Arial"/>
                <a:cs typeface="Arial"/>
              </a:rPr>
              <a:t>Create a form for new customer data</a:t>
            </a:r>
          </a:p>
          <a:p>
            <a:r>
              <a:rPr lang="en-US" dirty="0">
                <a:latin typeface="Arial"/>
                <a:cs typeface="Arial"/>
              </a:rPr>
              <a:t>Test it locally and on the cloud</a:t>
            </a:r>
          </a:p>
          <a:p>
            <a:r>
              <a:rPr lang="en-US" dirty="0">
                <a:latin typeface="Arial"/>
                <a:cs typeface="Arial"/>
              </a:rPr>
              <a:t>Automatically deploy the solution</a:t>
            </a:r>
          </a:p>
        </p:txBody>
      </p:sp>
    </p:spTree>
    <p:extLst>
      <p:ext uri="{BB962C8B-B14F-4D97-AF65-F5344CB8AC3E}">
        <p14:creationId xmlns:p14="http://schemas.microsoft.com/office/powerpoint/2010/main" val="1474078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D2ED9-DED4-8CDE-7A7D-5DA88E0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510B7-7B6C-7C04-BE14-D15C3624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it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D5292-781F-4013-B770-F8C38CE0F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Creating a new SharePoint Framework (SPFx) web part.</a:t>
            </a:r>
          </a:p>
          <a:p>
            <a:r>
              <a:rPr lang="en-US" dirty="0"/>
              <a:t>Defining a form component.</a:t>
            </a:r>
          </a:p>
          <a:p>
            <a:r>
              <a:rPr lang="en-US" dirty="0"/>
              <a:t>Using tenant settings to define the environment</a:t>
            </a:r>
          </a:p>
          <a:p>
            <a:r>
              <a:rPr lang="en-US" dirty="0"/>
              <a:t>Testing locally with Jest.</a:t>
            </a:r>
          </a:p>
          <a:p>
            <a:r>
              <a:rPr lang="en-US" dirty="0"/>
              <a:t>UI testing with Playwright.</a:t>
            </a:r>
          </a:p>
          <a:p>
            <a:r>
              <a:rPr lang="en-US" dirty="0"/>
              <a:t>Configuring GitHub actions for CI/CD.</a:t>
            </a:r>
          </a:p>
          <a:p>
            <a:r>
              <a:rPr lang="en-US" dirty="0"/>
              <a:t>Two different environments (TEST and PROD)</a:t>
            </a:r>
          </a:p>
          <a:p>
            <a:r>
              <a:rPr lang="en-US" dirty="0"/>
              <a:t>Three different branches on GitHub (DEV, TEST, and PROD)</a:t>
            </a:r>
          </a:p>
        </p:txBody>
      </p:sp>
    </p:spTree>
    <p:extLst>
      <p:ext uri="{BB962C8B-B14F-4D97-AF65-F5344CB8AC3E}">
        <p14:creationId xmlns:p14="http://schemas.microsoft.com/office/powerpoint/2010/main" val="337154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4F4A96-F857-4CDB-F623-980B6FE66A6B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</a:t>
            </a:r>
            <a:r>
              <a:rPr lang="it-IT" sz="4800" b="1" dirty="0" err="1">
                <a:solidFill>
                  <a:srgbClr val="00C700"/>
                </a:solidFill>
                <a:latin typeface="Arial"/>
                <a:cs typeface="Arial"/>
              </a:rPr>
              <a:t>see</a:t>
            </a:r>
            <a:r>
              <a:rPr lang="it-IT" sz="4800" b="1" dirty="0">
                <a:solidFill>
                  <a:srgbClr val="00C700"/>
                </a:solidFill>
                <a:latin typeface="Arial"/>
                <a:cs typeface="Arial"/>
              </a:rPr>
              <a:t> the form</a:t>
            </a:r>
            <a:endParaRPr lang="en-IT" sz="4800" b="1" dirty="0">
              <a:solidFill>
                <a:srgbClr val="00C700"/>
              </a:solidFill>
              <a:latin typeface="Arial"/>
              <a:cs typeface="Arial"/>
            </a:endParaRP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36E167-F344-34D1-1DB2-D4239A4429BB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94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19C68-9386-19AE-105F-51B68DF92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81D7CF-4862-7D2C-A698-CEFA40F5FE41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E8206BF-D4A1-A972-65D2-51535A669E9E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044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8928-DC41-C286-8D29-AFC73517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A2362-EEF6-1C5E-1772-6ADAB0E91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Unit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149FAB-55B3-49C9-2348-F2E0A0200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practice of testing individual, isolated units or components of software, such as a function or method, to verify they work correctly.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components works as expected.</a:t>
            </a:r>
          </a:p>
        </p:txBody>
      </p:sp>
    </p:spTree>
    <p:extLst>
      <p:ext uri="{BB962C8B-B14F-4D97-AF65-F5344CB8AC3E}">
        <p14:creationId xmlns:p14="http://schemas.microsoft.com/office/powerpoint/2010/main" val="294007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FBFED-6FAE-6C24-CEF0-20129CB4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96C119-CC06-C306-4CB9-E960002CC4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D4ED05C-D796-6842-5DCE-FF0250A5A79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0F68356-5FE2-3B5F-62BF-DA8676F91059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633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76CDC-12C3-FE89-F28E-DD3487417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08459-1448-6041-0B69-B1D894832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e2e testing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A7405-B080-B53A-674D-D0CECDA26E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process of verifying that an application's user interface (UI) works correctly, is functional, and is user-friendly by testing the visual elements users interact with directly.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check that the UI works as expected.</a:t>
            </a:r>
          </a:p>
        </p:txBody>
      </p:sp>
    </p:spTree>
    <p:extLst>
      <p:ext uri="{BB962C8B-B14F-4D97-AF65-F5344CB8AC3E}">
        <p14:creationId xmlns:p14="http://schemas.microsoft.com/office/powerpoint/2010/main" val="2163864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A263-EDC0-82B9-0839-92AF21AC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BA97D0-9053-786F-6374-AD269EB13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FF9A42-A75A-359A-8534-541E28FE0BB2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B02A1DD-21CC-F8E3-336A-34E94A730DAC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3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4B5D9-5582-E31F-E09B-A0D944701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45406-0C9C-89FA-D944-F614C1861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GitHub actions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FF6F7-DE87-FBDB-FB0A-EBD0FB9012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Is the continuous integration and continuous delivery (CI/CD) platform that allows you to automate your build, test, and deployment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TLDR: performs automated operations.</a:t>
            </a:r>
          </a:p>
        </p:txBody>
      </p:sp>
    </p:spTree>
    <p:extLst>
      <p:ext uri="{BB962C8B-B14F-4D97-AF65-F5344CB8AC3E}">
        <p14:creationId xmlns:p14="http://schemas.microsoft.com/office/powerpoint/2010/main" val="5562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5CA65-1D1C-35F6-4B69-B4B4CDBA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CF586-6BE8-1AC6-199B-62FA7165E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F1B786-C01A-BE7F-9011-8CBAD5E4392D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9A89AAB-1781-9F7B-29E6-1B445B099BED}"/>
              </a:ext>
            </a:extLst>
          </p:cNvPr>
          <p:cNvSpPr txBox="1">
            <a:spLocks/>
          </p:cNvSpPr>
          <p:nvPr/>
        </p:nvSpPr>
        <p:spPr>
          <a:xfrm>
            <a:off x="6361598" y="49412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11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A2CE1B-F6E2-198E-985A-632C62E7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9FABE-D2EB-8F44-635D-A8EC1D6FBF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67204F0-54AD-E552-21A1-004D4A789724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95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38592-25E7-5726-DB11-AF1E9D4C8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FDFA4E3-A45C-5C8E-C6DC-8D6CC1F97490}"/>
              </a:ext>
            </a:extLst>
          </p:cNvPr>
          <p:cNvSpPr txBox="1">
            <a:spLocks/>
          </p:cNvSpPr>
          <p:nvPr/>
        </p:nvSpPr>
        <p:spPr>
          <a:xfrm>
            <a:off x="749749" y="802379"/>
            <a:ext cx="10728157" cy="72573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rgbClr val="00C70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it-IT"/>
              <a:t>Takeaways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344AC93-8755-D625-0D58-426A5EE12094}"/>
              </a:ext>
            </a:extLst>
          </p:cNvPr>
          <p:cNvSpPr txBox="1">
            <a:spLocks/>
          </p:cNvSpPr>
          <p:nvPr/>
        </p:nvSpPr>
        <p:spPr>
          <a:xfrm>
            <a:off x="729947" y="1704329"/>
            <a:ext cx="10747375" cy="4235450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Structure your environments</a:t>
            </a:r>
          </a:p>
          <a:p>
            <a:r>
              <a:rPr lang="en-US" dirty="0"/>
              <a:t>Use testing</a:t>
            </a:r>
          </a:p>
          <a:p>
            <a:pPr lvl="1"/>
            <a:r>
              <a:rPr lang="en-US" dirty="0"/>
              <a:t>It can save lives </a:t>
            </a:r>
            <a:r>
              <a:rPr lang="en-US" dirty="0">
                <a:sym typeface="Wingdings" pitchFamily="2" charset="2"/>
              </a:rPr>
              <a:t></a:t>
            </a:r>
          </a:p>
          <a:p>
            <a:pPr lvl="1"/>
            <a:r>
              <a:rPr lang="en-US" dirty="0">
                <a:sym typeface="Wingdings" pitchFamily="2" charset="2"/>
              </a:rPr>
              <a:t>Devs should not test their own code</a:t>
            </a:r>
          </a:p>
          <a:p>
            <a:r>
              <a:rPr lang="en-US" dirty="0">
                <a:sym typeface="Wingdings" pitchFamily="2" charset="2"/>
              </a:rPr>
              <a:t>Source control</a:t>
            </a:r>
            <a:endParaRPr lang="en-US" dirty="0"/>
          </a:p>
          <a:p>
            <a:r>
              <a:rPr lang="en-US" dirty="0"/>
              <a:t>Automate your pipeline</a:t>
            </a:r>
          </a:p>
          <a:p>
            <a:pPr lvl="1"/>
            <a:r>
              <a:rPr lang="en-US" dirty="0"/>
              <a:t>Easier for new coworkers</a:t>
            </a:r>
          </a:p>
          <a:p>
            <a:r>
              <a:rPr lang="en-US" dirty="0"/>
              <a:t>!“It works on my machine”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186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83A92-63F9-B559-861F-6BBDAF87B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5006-3332-A583-6173-3588C6975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Give-Away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F9F4E-1E42-8E9D-6089-7C639F35488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1137816"/>
          </a:xfrm>
        </p:spPr>
        <p:txBody>
          <a:bodyPr lIns="91440" tIns="45720" rIns="91440" bIns="45720" anchor="t"/>
          <a:lstStyle/>
          <a:p>
            <a:pPr marL="0" indent="0">
              <a:buNone/>
            </a:pPr>
            <a:r>
              <a:rPr lang="en-IT" dirty="0">
                <a:latin typeface="Arial"/>
                <a:cs typeface="Arial"/>
              </a:rPr>
              <a:t>https://github.com/GuidoZam/espc-spfx-session-demo</a:t>
            </a:r>
            <a:endParaRPr lang="it-IT" dirty="0">
              <a:latin typeface="Arial"/>
              <a:cs typeface="Arial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977C171-0878-899E-D880-55DCEA10339C}"/>
              </a:ext>
            </a:extLst>
          </p:cNvPr>
          <p:cNvSpPr txBox="1">
            <a:spLocks/>
          </p:cNvSpPr>
          <p:nvPr/>
        </p:nvSpPr>
        <p:spPr>
          <a:xfrm>
            <a:off x="6248178" y="3221749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7911E6-F2E2-196A-C35F-5E7834239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9142" y="205520"/>
            <a:ext cx="2027360" cy="202736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14BE09-ED41-E243-8C5A-2D1F081A44CE}"/>
              </a:ext>
            </a:extLst>
          </p:cNvPr>
          <p:cNvSpPr txBox="1"/>
          <p:nvPr/>
        </p:nvSpPr>
        <p:spPr>
          <a:xfrm>
            <a:off x="2326255" y="3207766"/>
            <a:ext cx="8011886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2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7041F8-EF91-4CC5-8D9F-7AB0E612F984}"/>
              </a:ext>
            </a:extLst>
          </p:cNvPr>
          <p:cNvSpPr txBox="1"/>
          <p:nvPr/>
        </p:nvSpPr>
        <p:spPr>
          <a:xfrm>
            <a:off x="2326255" y="3731794"/>
            <a:ext cx="8011886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000" dirty="0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Austria​</a:t>
            </a:r>
          </a:p>
        </p:txBody>
      </p:sp>
      <p:pic>
        <p:nvPicPr>
          <p:cNvPr id="15" name="Picture 14" descr="A person wearing glasses and a black polo shirt&#10;&#10;AI-generated content may be incorrect.">
            <a:extLst>
              <a:ext uri="{FF2B5EF4-FFF2-40B4-BE49-F238E27FC236}">
                <a16:creationId xmlns:a16="http://schemas.microsoft.com/office/drawing/2014/main" id="{08C3D16A-7F62-80BD-C95D-C52320F831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23" t="6603" r="20084" b="47467"/>
          <a:stretch>
            <a:fillRect/>
          </a:stretch>
        </p:blipFill>
        <p:spPr>
          <a:xfrm>
            <a:off x="757990" y="3238578"/>
            <a:ext cx="1404646" cy="13865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6AB4661-C4AA-F224-3E63-9CB1EC979C20}"/>
              </a:ext>
            </a:extLst>
          </p:cNvPr>
          <p:cNvSpPr txBox="1"/>
          <p:nvPr/>
        </p:nvSpPr>
        <p:spPr>
          <a:xfrm>
            <a:off x="2306453" y="4622014"/>
            <a:ext cx="8011886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2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</a:t>
            </a:r>
            <a:r>
              <a:rPr lang="en-GB" sz="3200" b="1" dirty="0" err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Zambarda</a:t>
            </a:r>
            <a:r>
              <a:rPr lang="en-GB" sz="3200" b="1" dirty="0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FB5918-7BB0-2F0B-C6DA-54F38BE03C82}"/>
              </a:ext>
            </a:extLst>
          </p:cNvPr>
          <p:cNvSpPr txBox="1"/>
          <p:nvPr/>
        </p:nvSpPr>
        <p:spPr>
          <a:xfrm>
            <a:off x="2306453" y="5176416"/>
            <a:ext cx="8011886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000" dirty="0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000" dirty="0" err="1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000" dirty="0">
                <a:solidFill>
                  <a:srgbClr val="B2AFC4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  <p:pic>
        <p:nvPicPr>
          <p:cNvPr id="18" name="Picture 17" descr="A person smiling for the camera&#10;&#10;AI-generated content may be incorrect.">
            <a:extLst>
              <a:ext uri="{FF2B5EF4-FFF2-40B4-BE49-F238E27FC236}">
                <a16:creationId xmlns:a16="http://schemas.microsoft.com/office/drawing/2014/main" id="{0B6CF5DF-8716-BB1A-63ED-BB55D36C1B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082" y="4752802"/>
            <a:ext cx="1397554" cy="1397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9641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88974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ain Conte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algn="l">
          <a:defRPr sz="2400" dirty="0">
            <a:latin typeface="Calibri Light" charset="0"/>
            <a:ea typeface="Calibri Light" charset="0"/>
            <a:cs typeface="Calibri Light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51F54D7AD26C459333D1AFF09839BE" ma:contentTypeVersion="14" ma:contentTypeDescription="Create a new document." ma:contentTypeScope="" ma:versionID="360607d15cd3ba6bc1b1206b5ab58707">
  <xsd:schema xmlns:xsd="http://www.w3.org/2001/XMLSchema" xmlns:xs="http://www.w3.org/2001/XMLSchema" xmlns:p="http://schemas.microsoft.com/office/2006/metadata/properties" xmlns:ns2="221fbb9a-23db-4311-a69c-34622b264696" xmlns:ns3="1b3b1065-ae42-4d8a-aa8c-0a73a17faba8" targetNamespace="http://schemas.microsoft.com/office/2006/metadata/properties" ma:root="true" ma:fieldsID="418f801ce3daba7e05e8e0f00fba8a3d" ns2:_="" ns3:_="">
    <xsd:import namespace="221fbb9a-23db-4311-a69c-34622b264696"/>
    <xsd:import namespace="1b3b1065-ae42-4d8a-aa8c-0a73a17fab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fbb9a-23db-4311-a69c-34622b26469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d530a17-84a2-4d03-b447-f9955f42fe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3b1065-ae42-4d8a-aa8c-0a73a17faba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72881c0-9f09-48c0-b71c-fddfa2680fd3}" ma:internalName="TaxCatchAll" ma:showField="CatchAllData" ma:web="1b3b1065-ae42-4d8a-aa8c-0a73a17fab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b3b1065-ae42-4d8a-aa8c-0a73a17faba8" xsi:nil="true"/>
    <lcf76f155ced4ddcb4097134ff3c332f xmlns="221fbb9a-23db-4311-a69c-34622b264696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29BB492-93BB-4EF4-B08B-18E3BC9C8765}">
  <ds:schemaRefs>
    <ds:schemaRef ds:uri="1b3b1065-ae42-4d8a-aa8c-0a73a17faba8"/>
    <ds:schemaRef ds:uri="221fbb9a-23db-4311-a69c-34622b26469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05C0892-D583-430B-AD43-D1A4EB1EE043}">
  <ds:schemaRefs>
    <ds:schemaRef ds:uri="1b3b1065-ae42-4d8a-aa8c-0a73a17faba8"/>
    <ds:schemaRef ds:uri="221fbb9a-23db-4311-a69c-34622b26469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6782FBD-C4AD-49F1-B11B-703DF9FAD8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5631</TotalTime>
  <Words>1176</Words>
  <Application>Microsoft Macintosh PowerPoint</Application>
  <PresentationFormat>Widescreen</PresentationFormat>
  <Paragraphs>162</Paragraphs>
  <Slides>18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Wingdings</vt:lpstr>
      <vt:lpstr>Splash Screen</vt:lpstr>
      <vt:lpstr>Title Slide</vt:lpstr>
      <vt:lpstr>Main Content</vt:lpstr>
      <vt:lpstr>End Screen</vt:lpstr>
      <vt:lpstr>PowerPoint Presentation</vt:lpstr>
      <vt:lpstr>PowerPoint Presentation</vt:lpstr>
      <vt:lpstr>PowerPoint Presentation</vt:lpstr>
      <vt:lpstr>PowerPoint Presentation</vt:lpstr>
      <vt:lpstr>What is our idea</vt:lpstr>
      <vt:lpstr>How we implemented it</vt:lpstr>
      <vt:lpstr>PowerPoint Presentation</vt:lpstr>
      <vt:lpstr>PowerPoint Presentation</vt:lpstr>
      <vt:lpstr>Unit testing</vt:lpstr>
      <vt:lpstr>PowerPoint Presentation</vt:lpstr>
      <vt:lpstr>e2e testing</vt:lpstr>
      <vt:lpstr>PowerPoint Presentation</vt:lpstr>
      <vt:lpstr>GitHub actions</vt:lpstr>
      <vt:lpstr>PowerPoint Presentation</vt:lpstr>
      <vt:lpstr>PowerPoint Presentation</vt:lpstr>
      <vt:lpstr>PowerPoint Presentation</vt:lpstr>
      <vt:lpstr>Give-Away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SharePoint Europe Systems</dc:creator>
  <cp:lastModifiedBy>Guido Zambarda</cp:lastModifiedBy>
  <cp:revision>116</cp:revision>
  <dcterms:created xsi:type="dcterms:W3CDTF">2016-06-21T09:22:52Z</dcterms:created>
  <dcterms:modified xsi:type="dcterms:W3CDTF">2025-11-23T18:09:53Z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0x010100A051F54D7AD26C459333D1AFF09839BE</vt:lpwstr>
  </property>
  <property fmtid="{D5CDD505-2E9C-101B-9397-08002B2CF9AE}" pid="3" name="MediaServiceImageTags">
    <vt:lpwstr/>
  </property>
</Properties>
</file>